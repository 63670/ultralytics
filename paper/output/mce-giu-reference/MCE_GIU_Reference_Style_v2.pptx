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ae81a8389c4d82" /><Relationship Type="http://schemas.openxmlformats.org/officeDocument/2006/relationships/extended-properties" Target="/docProps/app.xml" Id="R72ae0a0ab10446a6" /><Relationship Type="http://schemas.openxmlformats.org/officeDocument/2006/relationships/officeDocument" Target="/ppt/presentation.xml" Id="R6522709002b841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3b09b431ba4d9d"/>
  </p:sldMasterIdLst>
  <p:notesMasterIdLst>
    <p:notesMasterId xmlns:r="http://schemas.openxmlformats.org/officeDocument/2006/relationships" r:id="Rba8407edb9ac48f3"/>
  </p:notesMasterIdLst>
  <p:sldIdLst>
    <p:sldId xmlns:r="http://schemas.openxmlformats.org/officeDocument/2006/relationships" id="256" r:id="R370c6280d1e44a0a"/>
    <p:sldId xmlns:r="http://schemas.openxmlformats.org/officeDocument/2006/relationships" id="257" r:id="Ra4567404b8844ad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447ff8ce504a6f" /><Relationship Type="http://schemas.openxmlformats.org/officeDocument/2006/relationships/slideMaster" Target="/ppt/slideMasters/slideMaster1.xml" Id="R343b09b431ba4d9d" /><Relationship Type="http://schemas.openxmlformats.org/officeDocument/2006/relationships/notesMaster" Target="/ppt/notesMasters/notesMaster1.xml" Id="Rba8407edb9ac48f3" /><Relationship Type="http://schemas.openxmlformats.org/officeDocument/2006/relationships/presProps" Target="/ppt/presProps.xml" Id="R44f955b67dad460b" /><Relationship Type="http://schemas.openxmlformats.org/officeDocument/2006/relationships/tableStyles" Target="/ppt/tableStyles.xml" Id="R4a13e6ed89514c2d" /><Relationship Type="http://schemas.openxmlformats.org/officeDocument/2006/relationships/slide" Target="/ppt/slides/slide1.xml" Id="R370c6280d1e44a0a" /><Relationship Type="http://schemas.openxmlformats.org/officeDocument/2006/relationships/slide" Target="/ppt/slides/slide2.xml" Id="Ra4567404b8844a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66df60ed394f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d46da184334e8e" /><Relationship Type="http://schemas.openxmlformats.org/officeDocument/2006/relationships/notesMaster" Target="/ppt/notesMasters/notesMaster1.xml" Id="R1bf44fd871184d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d56a9beb684f6b" /><Relationship Type="http://schemas.openxmlformats.org/officeDocument/2006/relationships/notesMaster" Target="/ppt/notesMasters/notesMaster1.xml" Id="R7c97e68a91a046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source: ultralytics/nn/modules/block.py, C2fAxisResidual, and ultralytics/cfg/models/v8/yolov8n-fabric-axis-interp.yaml. The manuscript names this mechanism MCE. Only the final hidden branch of C2f is modulated, and only q=max(1,floor(c/4)) channels are active. The nano configuration uses two retained bottlenecks at P3 and P4. The descriptor depthwise convolutions have biases. The multiplication operator receives three inputs: the active feature, centered gate, and learned per-channel scale gamma, initialized to zero. Feature stacks are schematic tensor representations, not measured feature values. The design follows the pastel scientific-diagram reference image supplied in the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source: ultralytics/nn/modules/block.py, GatedInterpolationUpsample, and ultralytics/cfg/models/v8/yolov8n-fabric-axis-interp.yaml. The expression (1-G)*N + G*B is algebraically equivalent to the implemented N + G*(B-N). A biased Conv2d(C,1,3,padding=1) predicts the low-resolution gate, followed by Hardsigmoid and nearest upsampling. Weights start at zero and bias at -2.7, giving initial G=0.05. The gate is shared across all channels and replicated within 2x2 blocks. Bilinear interpolation uses align_corners=False. Output is subsequently concatenated with lateral P4 or P3 features, which do not enter the gate predictor. Feature stacks represent multi-channel tensors, while single planes represent the one-channel gate. The visual style follows the supplied reference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a028c7ae142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f1c2880b749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892f09a0a4c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e013a949049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389dd3c384b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f3ab93b1449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1B680-61CB-45E0-9BB4-49D61C7F3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DEFE88-B495-44DF-96D0-895B256B32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9B6965-0D4C-44A7-BA27-E86BBFE6A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C8F7AB-9B0D-4476-B095-18B20789A5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2A2ED2-ABFC-4B45-AB0C-C26E7DAB34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2F2513-E5EC-4169-83C2-25CBC4CB29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CDB178-2DC8-4848-A30C-AAC1C5DB7D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7D8BCF-1008-4215-AEFD-0E926C310A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04F88B-4E0D-4BEA-A8BB-724B855092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017AD1-57A6-4338-998F-703A26F708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5c442e27324f88" /><Relationship Type="http://schemas.openxmlformats.org/officeDocument/2006/relationships/slideLayout" Target="/ppt/slideLayouts/slideLayout1.xml" Id="R5ea7434876414a8a" /><Relationship Type="http://schemas.openxmlformats.org/officeDocument/2006/relationships/slideLayout" Target="/ppt/slideLayouts/slideLayout2.xml" Id="R828990b40045437e" /><Relationship Type="http://schemas.openxmlformats.org/officeDocument/2006/relationships/slideLayout" Target="/ppt/slideLayouts/slideLayout3.xml" Id="R78d7ead975004e56" /><Relationship Type="http://schemas.openxmlformats.org/officeDocument/2006/relationships/slideLayout" Target="/ppt/slideLayouts/slideLayout4.xml" Id="R5ab7229047914222" /><Relationship Type="http://schemas.openxmlformats.org/officeDocument/2006/relationships/slideLayout" Target="/ppt/slideLayouts/slideLayout5.xml" Id="R1e0fbfc21c6b46e3" /><Relationship Type="http://schemas.openxmlformats.org/officeDocument/2006/relationships/slideLayout" Target="/ppt/slideLayouts/slideLayout6.xml" Id="Rd093c7e0f1fe40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a7434876414a8a"/>
    <p:sldLayoutId xmlns:r="http://schemas.openxmlformats.org/officeDocument/2006/relationships" id="2147483650" r:id="R828990b40045437e"/>
    <p:sldLayoutId xmlns:r="http://schemas.openxmlformats.org/officeDocument/2006/relationships" id="2147483651" r:id="R78d7ead975004e56"/>
    <p:sldLayoutId xmlns:r="http://schemas.openxmlformats.org/officeDocument/2006/relationships" id="2147483652" r:id="R5ab7229047914222"/>
    <p:sldLayoutId xmlns:r="http://schemas.openxmlformats.org/officeDocument/2006/relationships" id="2147483653" r:id="R1e0fbfc21c6b46e3"/>
    <p:sldLayoutId xmlns:r="http://schemas.openxmlformats.org/officeDocument/2006/relationships" id="2147483654" r:id="Rd093c7e0f1fe40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384ea93074c4e" /><Relationship Type="http://schemas.openxmlformats.org/officeDocument/2006/relationships/notesSlide" Target="/ppt/notesSlides/notesSlide1.xml" Id="R02b7c684fb0c4e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05716cfa1d4349" /><Relationship Type="http://schemas.openxmlformats.org/officeDocument/2006/relationships/notesSlide" Target="/ppt/notesSlides/notesSlide2.xml" Id="R8130ce1f719642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" name="1-Morphology-aware Context Encoding (MCE)">
            <a:extLst xmlns:a="http://schemas.openxmlformats.org/drawingml/2006/main">
              <a:ext uri="{FF2B5EF4-FFF2-40B4-BE49-F238E27FC236}">
                <a16:creationId xmlns:a16="http://schemas.microsoft.com/office/drawing/2014/main" id="{B793DF7C-1333-4D2C-BD3C-4E7AB33E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95250"/>
            <a:ext cx="1476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Morphology-aware Context Encoding (MCE)</a:t>
            </a:r>
          </a:p>
        </p:txBody>
      </p:sp>
      <p:sp>
        <p:nvSpPr>
          <p:cNvPr id="2" name="2-region">
            <a:extLst xmlns:a="http://schemas.openxmlformats.org/drawingml/2006/main">
              <a:ext uri="{FF2B5EF4-FFF2-40B4-BE49-F238E27FC236}">
                <a16:creationId xmlns:a16="http://schemas.microsoft.com/office/drawing/2014/main" id="{F5005B98-E535-406D-A802-5E718761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2450"/>
            <a:ext cx="1476375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3-C2f with MCE at P3/8 and P4/16">
            <a:extLst xmlns:a="http://schemas.openxmlformats.org/drawingml/2006/main">
              <a:ext uri="{FF2B5EF4-FFF2-40B4-BE49-F238E27FC236}">
                <a16:creationId xmlns:a16="http://schemas.microsoft.com/office/drawing/2014/main" id="{143109CF-6E0E-4843-B7DF-E3BA1E6B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619125"/>
            <a:ext cx="1438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C2f with MCE at P3/8 and P4/16</a:t>
            </a:r>
          </a:p>
        </p:txBody>
      </p:sp>
      <p:sp>
        <p:nvSpPr>
          <p:cNvPr id="4" name="4-flow">
            <a:extLst xmlns:a="http://schemas.openxmlformats.org/drawingml/2006/main">
              <a:ext uri="{FF2B5EF4-FFF2-40B4-BE49-F238E27FC236}">
                <a16:creationId xmlns:a16="http://schemas.microsoft.com/office/drawing/2014/main" id="{F0542D9E-F2F8-43E2-A7A7-3ECFA18A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238375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5" name="5-plane">
            <a:extLst xmlns:a="http://schemas.openxmlformats.org/drawingml/2006/main">
              <a:ext uri="{FF2B5EF4-FFF2-40B4-BE49-F238E27FC236}">
                <a16:creationId xmlns:a16="http://schemas.microsoft.com/office/drawing/2014/main" id="{010E5186-4FBD-4B65-913A-1D12BE33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031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6" name="6-flow">
            <a:extLst xmlns:a="http://schemas.openxmlformats.org/drawingml/2006/main">
              <a:ext uri="{FF2B5EF4-FFF2-40B4-BE49-F238E27FC236}">
                <a16:creationId xmlns:a16="http://schemas.microsoft.com/office/drawing/2014/main" id="{938A7217-CCCD-4352-A693-5D044656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38375"/>
            <a:ext cx="523875" cy="9525"/>
          </a:xfrm>
          <a:custGeom xmlns:a="http://schemas.openxmlformats.org/drawingml/2006/main">
            <a:pathLst>
              <a:path w="523875" h="952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7" name="7-plane">
            <a:extLst xmlns:a="http://schemas.openxmlformats.org/drawingml/2006/main">
              <a:ext uri="{FF2B5EF4-FFF2-40B4-BE49-F238E27FC236}">
                <a16:creationId xmlns:a16="http://schemas.microsoft.com/office/drawing/2014/main" id="{3251F5C2-6CFF-4197-8B6C-B2C480CB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31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8" name="8-flow">
            <a:extLst xmlns:a="http://schemas.openxmlformats.org/drawingml/2006/main">
              <a:ext uri="{FF2B5EF4-FFF2-40B4-BE49-F238E27FC236}">
                <a16:creationId xmlns:a16="http://schemas.microsoft.com/office/drawing/2014/main" id="{4B7172C0-EDB6-4B00-A981-A059210F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523875" cy="9525"/>
          </a:xfrm>
          <a:custGeom xmlns:a="http://schemas.openxmlformats.org/drawingml/2006/main">
            <a:pathLst>
              <a:path w="523875" h="952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9" name="9-plane">
            <a:extLst xmlns:a="http://schemas.openxmlformats.org/drawingml/2006/main">
              <a:ext uri="{FF2B5EF4-FFF2-40B4-BE49-F238E27FC236}">
                <a16:creationId xmlns:a16="http://schemas.microsoft.com/office/drawing/2014/main" id="{FE5B900F-73B9-4EB1-9285-F482E96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031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0" name="10-flow">
            <a:extLst xmlns:a="http://schemas.openxmlformats.org/drawingml/2006/main">
              <a:ext uri="{FF2B5EF4-FFF2-40B4-BE49-F238E27FC236}">
                <a16:creationId xmlns:a16="http://schemas.microsoft.com/office/drawing/2014/main" id="{76D18C33-9280-4787-9884-C63AF713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11" name="11-plane">
            <a:extLst xmlns:a="http://schemas.openxmlformats.org/drawingml/2006/main">
              <a:ext uri="{FF2B5EF4-FFF2-40B4-BE49-F238E27FC236}">
                <a16:creationId xmlns:a16="http://schemas.microsoft.com/office/drawing/2014/main" id="{81C2F380-FDE8-4D44-AECE-8D616A8F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31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2" name="12-flow">
            <a:extLst xmlns:a="http://schemas.openxmlformats.org/drawingml/2006/main">
              <a:ext uri="{FF2B5EF4-FFF2-40B4-BE49-F238E27FC236}">
                <a16:creationId xmlns:a16="http://schemas.microsoft.com/office/drawing/2014/main" id="{347DEDC7-9258-4622-A408-5596E7A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1143000" cy="9525"/>
          </a:xfrm>
          <a:custGeom xmlns:a="http://schemas.openxmlformats.org/drawingml/2006/main"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13" name="13-plane">
            <a:extLst xmlns:a="http://schemas.openxmlformats.org/drawingml/2006/main">
              <a:ext uri="{FF2B5EF4-FFF2-40B4-BE49-F238E27FC236}">
                <a16:creationId xmlns:a16="http://schemas.microsoft.com/office/drawing/2014/main" id="{FF862669-5160-4CEC-A37C-C43A1074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031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4" name="14-flow">
            <a:extLst xmlns:a="http://schemas.openxmlformats.org/drawingml/2006/main">
              <a:ext uri="{FF2B5EF4-FFF2-40B4-BE49-F238E27FC236}">
                <a16:creationId xmlns:a16="http://schemas.microsoft.com/office/drawing/2014/main" id="{0AC24ACF-6DD5-4112-9BFF-BDA59A28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38375"/>
            <a:ext cx="1476375" cy="9525"/>
          </a:xfrm>
          <a:custGeom xmlns:a="http://schemas.openxmlformats.org/drawingml/2006/main"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15" name="15-plane">
            <a:extLst xmlns:a="http://schemas.openxmlformats.org/drawingml/2006/main">
              <a:ext uri="{FF2B5EF4-FFF2-40B4-BE49-F238E27FC236}">
                <a16:creationId xmlns:a16="http://schemas.microsoft.com/office/drawing/2014/main" id="{8AFC32B6-724F-4270-8B9D-FA73B3A2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031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16" name="16-flow">
            <a:extLst xmlns:a="http://schemas.openxmlformats.org/drawingml/2006/main">
              <a:ext uri="{FF2B5EF4-FFF2-40B4-BE49-F238E27FC236}">
                <a16:creationId xmlns:a16="http://schemas.microsoft.com/office/drawing/2014/main" id="{E68B0481-14B0-4F9F-87FA-FDFBC26E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238375"/>
            <a:ext cx="1000125" cy="9525"/>
          </a:xfrm>
          <a:custGeom xmlns:a="http://schemas.openxmlformats.org/drawingml/2006/main"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17" name="17-plane">
            <a:extLst xmlns:a="http://schemas.openxmlformats.org/drawingml/2006/main">
              <a:ext uri="{FF2B5EF4-FFF2-40B4-BE49-F238E27FC236}">
                <a16:creationId xmlns:a16="http://schemas.microsoft.com/office/drawing/2014/main" id="{A6D0E6A9-9922-4339-8685-8E259DD4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2031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8" name="18-flow">
            <a:extLst xmlns:a="http://schemas.openxmlformats.org/drawingml/2006/main">
              <a:ext uri="{FF2B5EF4-FFF2-40B4-BE49-F238E27FC236}">
                <a16:creationId xmlns:a16="http://schemas.microsoft.com/office/drawing/2014/main" id="{CE9ADBE9-D030-4A6D-8F52-68F48B09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2238375"/>
            <a:ext cx="809625" cy="9525"/>
          </a:xfrm>
          <a:custGeom xmlns:a="http://schemas.openxmlformats.org/drawingml/2006/main">
            <a:pathLst>
              <a:path w="809625" h="952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19" name="19-plane">
            <a:extLst xmlns:a="http://schemas.openxmlformats.org/drawingml/2006/main">
              <a:ext uri="{FF2B5EF4-FFF2-40B4-BE49-F238E27FC236}">
                <a16:creationId xmlns:a16="http://schemas.microsoft.com/office/drawing/2014/main" id="{528A2A91-EE82-42D9-B6D0-7B2A4132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2031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20" name="20-flow">
            <a:extLst xmlns:a="http://schemas.openxmlformats.org/drawingml/2006/main">
              <a:ext uri="{FF2B5EF4-FFF2-40B4-BE49-F238E27FC236}">
                <a16:creationId xmlns:a16="http://schemas.microsoft.com/office/drawing/2014/main" id="{39B37FA2-651E-45DA-9B33-6D1E5221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190625"/>
            <a:ext cx="7600950" cy="714375"/>
          </a:xfrm>
          <a:custGeom xmlns:a="http://schemas.openxmlformats.org/drawingml/2006/main">
            <a:pathLst>
              <a:path w="7600950" h="714375">
                <a:moveTo>
                  <a:pt x="0" y="714375"/>
                </a:moveTo>
                <a:lnTo>
                  <a:pt x="0" y="0"/>
                </a:lnTo>
                <a:lnTo>
                  <a:pt x="7600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59B4E"/>
            </a:solidFill>
          </a:ln>
        </p:spPr>
      </p:sp>
      <p:sp>
        <p:nvSpPr>
          <p:cNvPr id="21" name="21-plane">
            <a:extLst xmlns:a="http://schemas.openxmlformats.org/drawingml/2006/main">
              <a:ext uri="{FF2B5EF4-FFF2-40B4-BE49-F238E27FC236}">
                <a16:creationId xmlns:a16="http://schemas.microsoft.com/office/drawing/2014/main" id="{08ECC751-8A57-4248-8498-B9A20BA2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553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759B4E"/>
          </a:solidFill>
          <a:ln xmlns:a="http://schemas.openxmlformats.org/drawingml/2006/main" w="0">
            <a:noFill/>
          </a:ln>
        </p:spPr>
      </p:sp>
      <p:sp>
        <p:nvSpPr>
          <p:cNvPr id="22" name="22-flow">
            <a:extLst xmlns:a="http://schemas.openxmlformats.org/drawingml/2006/main">
              <a:ext uri="{FF2B5EF4-FFF2-40B4-BE49-F238E27FC236}">
                <a16:creationId xmlns:a16="http://schemas.microsoft.com/office/drawing/2014/main" id="{A004A2AD-1AE2-43E7-BBEE-A1FFEF51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7048500" cy="714375"/>
          </a:xfrm>
          <a:custGeom xmlns:a="http://schemas.openxmlformats.org/drawingml/2006/main">
            <a:pathLst>
              <a:path w="7048500" h="714375">
                <a:moveTo>
                  <a:pt x="0" y="714375"/>
                </a:moveTo>
                <a:lnTo>
                  <a:pt x="0" y="0"/>
                </a:lnTo>
                <a:lnTo>
                  <a:pt x="704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59B4E"/>
            </a:solidFill>
          </a:ln>
        </p:spPr>
      </p:sp>
      <p:sp>
        <p:nvSpPr>
          <p:cNvPr id="23" name="23-plane">
            <a:extLst xmlns:a="http://schemas.openxmlformats.org/drawingml/2006/main">
              <a:ext uri="{FF2B5EF4-FFF2-40B4-BE49-F238E27FC236}">
                <a16:creationId xmlns:a16="http://schemas.microsoft.com/office/drawing/2014/main" id="{345EE116-F332-4CA6-893E-0F2FB86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488758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759B4E"/>
          </a:solidFill>
          <a:ln xmlns:a="http://schemas.openxmlformats.org/drawingml/2006/main" w="0">
            <a:noFill/>
          </a:ln>
        </p:spPr>
      </p:sp>
      <p:sp>
        <p:nvSpPr>
          <p:cNvPr id="24" name="24-flow">
            <a:extLst xmlns:a="http://schemas.openxmlformats.org/drawingml/2006/main">
              <a:ext uri="{FF2B5EF4-FFF2-40B4-BE49-F238E27FC236}">
                <a16:creationId xmlns:a16="http://schemas.microsoft.com/office/drawing/2014/main" id="{508BE2A1-CAEC-4CC8-B034-5CCF9B7A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5048250" cy="381000"/>
          </a:xfrm>
          <a:custGeom xmlns:a="http://schemas.openxmlformats.org/drawingml/2006/main">
            <a:pathLst>
              <a:path w="5048250" h="381000">
                <a:moveTo>
                  <a:pt x="0" y="381000"/>
                </a:moveTo>
                <a:lnTo>
                  <a:pt x="0" y="0"/>
                </a:lnTo>
                <a:lnTo>
                  <a:pt x="504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59B4E"/>
            </a:solidFill>
          </a:ln>
        </p:spPr>
      </p:sp>
      <p:sp>
        <p:nvSpPr>
          <p:cNvPr id="25" name="25-plane">
            <a:extLst xmlns:a="http://schemas.openxmlformats.org/drawingml/2006/main">
              <a:ext uri="{FF2B5EF4-FFF2-40B4-BE49-F238E27FC236}">
                <a16:creationId xmlns:a16="http://schemas.microsoft.com/office/drawing/2014/main" id="{F5B784B7-7952-4C30-8AC8-98F097B2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8221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759B4E"/>
          </a:solidFill>
          <a:ln xmlns:a="http://schemas.openxmlformats.org/drawingml/2006/main" w="0">
            <a:noFill/>
          </a:ln>
        </p:spPr>
      </p:sp>
      <p:sp>
        <p:nvSpPr>
          <p:cNvPr id="26" name="26-junction">
            <a:extLst xmlns:a="http://schemas.openxmlformats.org/drawingml/2006/main">
              <a:ext uri="{FF2B5EF4-FFF2-40B4-BE49-F238E27FC236}">
                <a16:creationId xmlns:a16="http://schemas.microsoft.com/office/drawing/2014/main" id="{84DEF351-A7F7-4BFB-BDEE-E1D7FE6D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09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27" name="27-junction">
            <a:extLst xmlns:a="http://schemas.openxmlformats.org/drawingml/2006/main">
              <a:ext uri="{FF2B5EF4-FFF2-40B4-BE49-F238E27FC236}">
                <a16:creationId xmlns:a16="http://schemas.microsoft.com/office/drawing/2014/main" id="{C8A0E5E6-B6B1-4406-929E-0E65C57A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209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28" name="28-plane">
            <a:extLst xmlns:a="http://schemas.openxmlformats.org/drawingml/2006/main">
              <a:ext uri="{FF2B5EF4-FFF2-40B4-BE49-F238E27FC236}">
                <a16:creationId xmlns:a16="http://schemas.microsoft.com/office/drawing/2014/main" id="{259F46A2-8FB8-459C-9E1F-653644D7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29" name="29-flow">
            <a:extLst xmlns:a="http://schemas.openxmlformats.org/drawingml/2006/main">
              <a:ext uri="{FF2B5EF4-FFF2-40B4-BE49-F238E27FC236}">
                <a16:creationId xmlns:a16="http://schemas.microsoft.com/office/drawing/2014/main" id="{B1C981D0-5D2A-44F6-8D06-61CA972E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09775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30" name="30-plane">
            <a:extLst xmlns:a="http://schemas.openxmlformats.org/drawingml/2006/main">
              <a:ext uri="{FF2B5EF4-FFF2-40B4-BE49-F238E27FC236}">
                <a16:creationId xmlns:a16="http://schemas.microsoft.com/office/drawing/2014/main" id="{CD8B6508-DDBE-4F67-9978-E6D2A2BB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31" name="31-flow">
            <a:extLst xmlns:a="http://schemas.openxmlformats.org/drawingml/2006/main">
              <a:ext uri="{FF2B5EF4-FFF2-40B4-BE49-F238E27FC236}">
                <a16:creationId xmlns:a16="http://schemas.microsoft.com/office/drawing/2014/main" id="{A6D4CD0E-3BF2-4E24-8263-BC8724A7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32" name="32-plane">
            <a:extLst xmlns:a="http://schemas.openxmlformats.org/drawingml/2006/main">
              <a:ext uri="{FF2B5EF4-FFF2-40B4-BE49-F238E27FC236}">
                <a16:creationId xmlns:a16="http://schemas.microsoft.com/office/drawing/2014/main" id="{12547069-8206-4885-8EB6-817E9970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33" name="33-flow">
            <a:extLst xmlns:a="http://schemas.openxmlformats.org/drawingml/2006/main">
              <a:ext uri="{FF2B5EF4-FFF2-40B4-BE49-F238E27FC236}">
                <a16:creationId xmlns:a16="http://schemas.microsoft.com/office/drawing/2014/main" id="{5D2AD07C-C20F-45E3-976B-C41A25AE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66925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34" name="34-plane">
            <a:extLst xmlns:a="http://schemas.openxmlformats.org/drawingml/2006/main">
              <a:ext uri="{FF2B5EF4-FFF2-40B4-BE49-F238E27FC236}">
                <a16:creationId xmlns:a16="http://schemas.microsoft.com/office/drawing/2014/main" id="{EB8C07D3-EB89-4341-9D21-BF417EBC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35" name="35-flow">
            <a:extLst xmlns:a="http://schemas.openxmlformats.org/drawingml/2006/main">
              <a:ext uri="{FF2B5EF4-FFF2-40B4-BE49-F238E27FC236}">
                <a16:creationId xmlns:a16="http://schemas.microsoft.com/office/drawing/2014/main" id="{CD75FF1A-E461-465D-9CFB-7607FE3B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955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36" name="36-X">
            <a:extLst xmlns:a="http://schemas.openxmlformats.org/drawingml/2006/main">
              <a:ext uri="{FF2B5EF4-FFF2-40B4-BE49-F238E27FC236}">
                <a16:creationId xmlns:a16="http://schemas.microsoft.com/office/drawing/2014/main" id="{0CC8C4DE-2799-4DDD-97A6-43A2DE89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52700"/>
            <a:ext cx="714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37" name="37-region">
            <a:extLst xmlns:a="http://schemas.openxmlformats.org/drawingml/2006/main">
              <a:ext uri="{FF2B5EF4-FFF2-40B4-BE49-F238E27FC236}">
                <a16:creationId xmlns:a16="http://schemas.microsoft.com/office/drawing/2014/main" id="{D1E4A03E-3761-4515-9A51-861758C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62125"/>
            <a:ext cx="523875" cy="952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B3DDE9"/>
          </a:solidFill>
          <a:ln xmlns:a="http://schemas.openxmlformats.org/drawingml/2006/main" w="11906">
            <a:solidFill>
              <a:srgbClr val="5196AC"/>
            </a:solidFill>
            <a:prstDash val="solid"/>
          </a:ln>
        </p:spPr>
      </p:sp>
      <p:sp>
        <p:nvSpPr>
          <p:cNvPr id="38" name="38-1 × 1 Conv">
            <a:extLst xmlns:a="http://schemas.openxmlformats.org/drawingml/2006/main">
              <a:ext uri="{FF2B5EF4-FFF2-40B4-BE49-F238E27FC236}">
                <a16:creationId xmlns:a16="http://schemas.microsoft.com/office/drawing/2014/main" id="{7F36B90A-CF00-4C47-AFAC-B4526758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643063" y="2005013"/>
            <a:ext cx="85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1 × 1 Conv</a:t>
            </a:r>
          </a:p>
        </p:txBody>
      </p:sp>
      <p:sp>
        <p:nvSpPr>
          <p:cNvPr id="39" name="39-region">
            <a:extLst xmlns:a="http://schemas.openxmlformats.org/drawingml/2006/main">
              <a:ext uri="{FF2B5EF4-FFF2-40B4-BE49-F238E27FC236}">
                <a16:creationId xmlns:a16="http://schemas.microsoft.com/office/drawing/2014/main" id="{1CA374EA-095D-443D-8879-7BE031B9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05000"/>
            <a:ext cx="619125" cy="666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8D887"/>
          </a:solidFill>
          <a:ln xmlns:a="http://schemas.openxmlformats.org/drawingml/2006/main" w="11906">
            <a:solidFill>
              <a:srgbClr val="BD9C47"/>
            </a:solidFill>
            <a:prstDash val="solid"/>
          </a:ln>
        </p:spPr>
      </p:sp>
      <p:sp>
        <p:nvSpPr>
          <p:cNvPr id="40" name="40-Split">
            <a:extLst xmlns:a="http://schemas.openxmlformats.org/drawingml/2006/main">
              <a:ext uri="{FF2B5EF4-FFF2-40B4-BE49-F238E27FC236}">
                <a16:creationId xmlns:a16="http://schemas.microsoft.com/office/drawing/2014/main" id="{921374A0-3BE7-433B-A261-B9DD9281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075" y="1924050"/>
            <a:ext cx="5619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Split</a:t>
            </a:r>
          </a:p>
        </p:txBody>
      </p:sp>
      <p:sp>
        <p:nvSpPr>
          <p:cNvPr id="41" name="41-region">
            <a:extLst xmlns:a="http://schemas.openxmlformats.org/drawingml/2006/main">
              <a:ext uri="{FF2B5EF4-FFF2-40B4-BE49-F238E27FC236}">
                <a16:creationId xmlns:a16="http://schemas.microsoft.com/office/drawing/2014/main" id="{625AED76-2F25-4BA7-A9A5-3A67B166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0250"/>
            <a:ext cx="12382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C7DFAB"/>
          </a:solidFill>
          <a:ln xmlns:a="http://schemas.openxmlformats.org/drawingml/2006/main" w="11906">
            <a:solidFill>
              <a:srgbClr val="759B4E"/>
            </a:solidFill>
            <a:prstDash val="solid"/>
          </a:ln>
        </p:spPr>
      </p:sp>
      <p:sp>
        <p:nvSpPr>
          <p:cNvPr id="42" name="42-Bottleneck 1">
            <a:extLst xmlns:a="http://schemas.openxmlformats.org/drawingml/2006/main">
              <a:ext uri="{FF2B5EF4-FFF2-40B4-BE49-F238E27FC236}">
                <a16:creationId xmlns:a16="http://schemas.microsoft.com/office/drawing/2014/main" id="{731CF751-8BFD-4EA3-A9DA-5EC2BF9A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075" y="20193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Bottleneck 1</a:t>
            </a:r>
          </a:p>
        </p:txBody>
      </p:sp>
      <p:sp>
        <p:nvSpPr>
          <p:cNvPr id="43" name="43-region">
            <a:extLst xmlns:a="http://schemas.openxmlformats.org/drawingml/2006/main">
              <a:ext uri="{FF2B5EF4-FFF2-40B4-BE49-F238E27FC236}">
                <a16:creationId xmlns:a16="http://schemas.microsoft.com/office/drawing/2014/main" id="{BE2BB603-A91E-4C1E-B1F1-7F7C5061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238250" cy="4762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C7DFAB"/>
          </a:solidFill>
          <a:ln xmlns:a="http://schemas.openxmlformats.org/drawingml/2006/main" w="11906">
            <a:solidFill>
              <a:srgbClr val="759B4E"/>
            </a:solidFill>
            <a:prstDash val="solid"/>
          </a:ln>
        </p:spPr>
      </p:sp>
      <p:sp>
        <p:nvSpPr>
          <p:cNvPr id="44" name="44-Bottleneck 2">
            <a:extLst xmlns:a="http://schemas.openxmlformats.org/drawingml/2006/main">
              <a:ext uri="{FF2B5EF4-FFF2-40B4-BE49-F238E27FC236}">
                <a16:creationId xmlns:a16="http://schemas.microsoft.com/office/drawing/2014/main" id="{5C07E34E-178B-4ECF-9FF9-DAD1F5C7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9825" y="2019300"/>
            <a:ext cx="1181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Bottleneck 2</a:t>
            </a:r>
          </a:p>
        </p:txBody>
      </p:sp>
      <p:sp>
        <p:nvSpPr>
          <p:cNvPr id="45" name="45-region">
            <a:extLst xmlns:a="http://schemas.openxmlformats.org/drawingml/2006/main">
              <a:ext uri="{FF2B5EF4-FFF2-40B4-BE49-F238E27FC236}">
                <a16:creationId xmlns:a16="http://schemas.microsoft.com/office/drawing/2014/main" id="{D542CEDF-FE88-43D0-B5D6-A31ED9D4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714375" cy="66675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B6C1"/>
          </a:solidFill>
          <a:ln xmlns:a="http://schemas.openxmlformats.org/drawingml/2006/main" w="11906">
            <a:solidFill>
              <a:srgbClr val="BF6F8B"/>
            </a:solidFill>
            <a:prstDash val="solid"/>
          </a:ln>
        </p:spPr>
      </p:sp>
      <p:sp>
        <p:nvSpPr>
          <p:cNvPr id="46" name="46-MCE">
            <a:extLst xmlns:a="http://schemas.openxmlformats.org/drawingml/2006/main">
              <a:ext uri="{FF2B5EF4-FFF2-40B4-BE49-F238E27FC236}">
                <a16:creationId xmlns:a16="http://schemas.microsoft.com/office/drawing/2014/main" id="{F0BAA0A6-E7A1-470D-9E9D-9BF7E93D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1075" y="1924050"/>
            <a:ext cx="6572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MCE</a:t>
            </a:r>
          </a:p>
        </p:txBody>
      </p:sp>
      <p:sp>
        <p:nvSpPr>
          <p:cNvPr id="47" name="47-region">
            <a:extLst xmlns:a="http://schemas.openxmlformats.org/drawingml/2006/main">
              <a:ext uri="{FF2B5EF4-FFF2-40B4-BE49-F238E27FC236}">
                <a16:creationId xmlns:a16="http://schemas.microsoft.com/office/drawing/2014/main" id="{B51E7C1C-1606-428C-9225-2686B30C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028700"/>
            <a:ext cx="523875" cy="1524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8B4D9"/>
          </a:solidFill>
          <a:ln xmlns:a="http://schemas.openxmlformats.org/drawingml/2006/main" w="11906">
            <a:solidFill>
              <a:srgbClr val="98649D"/>
            </a:solidFill>
            <a:prstDash val="solid"/>
          </a:ln>
        </p:spPr>
      </p:sp>
      <p:sp>
        <p:nvSpPr>
          <p:cNvPr id="48" name="48-Concat">
            <a:extLst xmlns:a="http://schemas.openxmlformats.org/drawingml/2006/main">
              <a:ext uri="{FF2B5EF4-FFF2-40B4-BE49-F238E27FC236}">
                <a16:creationId xmlns:a16="http://schemas.microsoft.com/office/drawing/2014/main" id="{2123C241-1B77-4EF5-B187-CE2E85DC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310813" y="1557338"/>
            <a:ext cx="1428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Concat</a:t>
            </a:r>
          </a:p>
        </p:txBody>
      </p:sp>
      <p:sp>
        <p:nvSpPr>
          <p:cNvPr id="49" name="49-region">
            <a:extLst xmlns:a="http://schemas.openxmlformats.org/drawingml/2006/main">
              <a:ext uri="{FF2B5EF4-FFF2-40B4-BE49-F238E27FC236}">
                <a16:creationId xmlns:a16="http://schemas.microsoft.com/office/drawing/2014/main" id="{AB38F7D0-6576-4A43-AD7B-16D60E7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762125"/>
            <a:ext cx="523875" cy="952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B3DDE9"/>
          </a:solidFill>
          <a:ln xmlns:a="http://schemas.openxmlformats.org/drawingml/2006/main" w="11906">
            <a:solidFill>
              <a:srgbClr val="5196AC"/>
            </a:solidFill>
            <a:prstDash val="solid"/>
          </a:ln>
        </p:spPr>
      </p:sp>
      <p:sp>
        <p:nvSpPr>
          <p:cNvPr id="50" name="50-1 × 1 Conv">
            <a:extLst xmlns:a="http://schemas.openxmlformats.org/drawingml/2006/main">
              <a:ext uri="{FF2B5EF4-FFF2-40B4-BE49-F238E27FC236}">
                <a16:creationId xmlns:a16="http://schemas.microsoft.com/office/drawing/2014/main" id="{E1048F19-3A19-4CCF-9E42-A5EC0F52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2120563" y="2005013"/>
            <a:ext cx="85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1 × 1 Conv</a:t>
            </a:r>
          </a:p>
        </p:txBody>
      </p:sp>
      <p:sp>
        <p:nvSpPr>
          <p:cNvPr id="51" name="51-plane">
            <a:extLst xmlns:a="http://schemas.openxmlformats.org/drawingml/2006/main">
              <a:ext uri="{FF2B5EF4-FFF2-40B4-BE49-F238E27FC236}">
                <a16:creationId xmlns:a16="http://schemas.microsoft.com/office/drawing/2014/main" id="{BF43C8F2-CCBF-429C-8988-BA35CA50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1819275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52" name="52-flow">
            <a:extLst xmlns:a="http://schemas.openxmlformats.org/drawingml/2006/main">
              <a:ext uri="{FF2B5EF4-FFF2-40B4-BE49-F238E27FC236}">
                <a16:creationId xmlns:a16="http://schemas.microsoft.com/office/drawing/2014/main" id="{0AF6CDCE-A39C-47E9-9BA0-753FC352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2009775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53" name="53-plane">
            <a:extLst xmlns:a="http://schemas.openxmlformats.org/drawingml/2006/main">
              <a:ext uri="{FF2B5EF4-FFF2-40B4-BE49-F238E27FC236}">
                <a16:creationId xmlns:a16="http://schemas.microsoft.com/office/drawing/2014/main" id="{8B37DBAD-CFC8-4F35-8C75-D24CBA27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1847850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54" name="54-flow">
            <a:extLst xmlns:a="http://schemas.openxmlformats.org/drawingml/2006/main">
              <a:ext uri="{FF2B5EF4-FFF2-40B4-BE49-F238E27FC236}">
                <a16:creationId xmlns:a16="http://schemas.microsoft.com/office/drawing/2014/main" id="{DDD700F1-709B-4148-B010-E0D3AA07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03835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55" name="55-plane">
            <a:extLst xmlns:a="http://schemas.openxmlformats.org/drawingml/2006/main">
              <a:ext uri="{FF2B5EF4-FFF2-40B4-BE49-F238E27FC236}">
                <a16:creationId xmlns:a16="http://schemas.microsoft.com/office/drawing/2014/main" id="{6328A942-02E6-451D-98F3-2C382945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1876425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56" name="56-flow">
            <a:extLst xmlns:a="http://schemas.openxmlformats.org/drawingml/2006/main">
              <a:ext uri="{FF2B5EF4-FFF2-40B4-BE49-F238E27FC236}">
                <a16:creationId xmlns:a16="http://schemas.microsoft.com/office/drawing/2014/main" id="{181FC064-11B4-4778-9AA2-79937E7B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2066925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57" name="57-plane">
            <a:extLst xmlns:a="http://schemas.openxmlformats.org/drawingml/2006/main">
              <a:ext uri="{FF2B5EF4-FFF2-40B4-BE49-F238E27FC236}">
                <a16:creationId xmlns:a16="http://schemas.microsoft.com/office/drawing/2014/main" id="{97D9A8B9-CD84-48D9-B9EC-2ED412F6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1905000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58" name="58-flow">
            <a:extLst xmlns:a="http://schemas.openxmlformats.org/drawingml/2006/main">
              <a:ext uri="{FF2B5EF4-FFF2-40B4-BE49-F238E27FC236}">
                <a16:creationId xmlns:a16="http://schemas.microsoft.com/office/drawing/2014/main" id="{4EC975D8-E087-400E-A921-FEA33689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9325" y="20955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59" name="59-Y">
            <a:extLst xmlns:a="http://schemas.openxmlformats.org/drawingml/2006/main">
              <a:ext uri="{FF2B5EF4-FFF2-40B4-BE49-F238E27FC236}">
                <a16:creationId xmlns:a16="http://schemas.microsoft.com/office/drawing/2014/main" id="{36FBD948-E4BA-42C0-A7C9-AD19979B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68375" y="2552700"/>
            <a:ext cx="66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60" name="60-Z₀">
            <a:extLst xmlns:a="http://schemas.openxmlformats.org/drawingml/2006/main">
              <a:ext uri="{FF2B5EF4-FFF2-40B4-BE49-F238E27FC236}">
                <a16:creationId xmlns:a16="http://schemas.microsoft.com/office/drawing/2014/main" id="{3E07622B-9D11-449D-8156-3F5780A2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952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Z₀</a:t>
            </a:r>
          </a:p>
        </p:txBody>
      </p:sp>
      <p:sp>
        <p:nvSpPr>
          <p:cNvPr id="61" name="61-Z₁">
            <a:extLst xmlns:a="http://schemas.openxmlformats.org/drawingml/2006/main">
              <a:ext uri="{FF2B5EF4-FFF2-40B4-BE49-F238E27FC236}">
                <a16:creationId xmlns:a16="http://schemas.microsoft.com/office/drawing/2014/main" id="{BB6F0BA9-54F6-4F3B-9820-CE96662C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128587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Z₁</a:t>
            </a:r>
          </a:p>
        </p:txBody>
      </p:sp>
      <p:sp>
        <p:nvSpPr>
          <p:cNvPr id="62" name="62-Z₂">
            <a:extLst xmlns:a="http://schemas.openxmlformats.org/drawingml/2006/main">
              <a:ext uri="{FF2B5EF4-FFF2-40B4-BE49-F238E27FC236}">
                <a16:creationId xmlns:a16="http://schemas.microsoft.com/office/drawing/2014/main" id="{ADA6C3B1-9896-4994-B67C-8E3438AA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161925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Z₂</a:t>
            </a:r>
          </a:p>
        </p:txBody>
      </p:sp>
      <p:sp>
        <p:nvSpPr>
          <p:cNvPr id="63" name="63-F">
            <a:extLst xmlns:a="http://schemas.openxmlformats.org/drawingml/2006/main">
              <a:ext uri="{FF2B5EF4-FFF2-40B4-BE49-F238E27FC236}">
                <a16:creationId xmlns:a16="http://schemas.microsoft.com/office/drawing/2014/main" id="{DB574ABF-9ABE-410B-A820-C853C1D0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1905000"/>
            <a:ext cx="47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64" name="64-F′">
            <a:extLst xmlns:a="http://schemas.openxmlformats.org/drawingml/2006/main">
              <a:ext uri="{FF2B5EF4-FFF2-40B4-BE49-F238E27FC236}">
                <a16:creationId xmlns:a16="http://schemas.microsoft.com/office/drawing/2014/main" id="{3D059F83-FBF6-43FE-AED0-C250CF91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1905000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F′</a:t>
            </a:r>
          </a:p>
        </p:txBody>
      </p:sp>
      <p:sp>
        <p:nvSpPr>
          <p:cNvPr id="65" name="65-region">
            <a:extLst xmlns:a="http://schemas.openxmlformats.org/drawingml/2006/main">
              <a:ext uri="{FF2B5EF4-FFF2-40B4-BE49-F238E27FC236}">
                <a16:creationId xmlns:a16="http://schemas.microsoft.com/office/drawing/2014/main" id="{04D42459-5EB3-4B5A-8E0D-64AF4B00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43250"/>
            <a:ext cx="14763750" cy="4429125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EDF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66-Partial-channel Morphology-aware Encoding">
            <a:extLst xmlns:a="http://schemas.openxmlformats.org/drawingml/2006/main">
              <a:ext uri="{FF2B5EF4-FFF2-40B4-BE49-F238E27FC236}">
                <a16:creationId xmlns:a16="http://schemas.microsoft.com/office/drawing/2014/main" id="{A989FDD2-2CBE-43B5-8B54-66196F6B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3219450"/>
            <a:ext cx="1438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Partial-channel Morphology-aware Encoding</a:t>
            </a:r>
          </a:p>
        </p:txBody>
      </p:sp>
      <p:sp>
        <p:nvSpPr>
          <p:cNvPr id="67" name="67-flow">
            <a:extLst xmlns:a="http://schemas.openxmlformats.org/drawingml/2006/main">
              <a:ext uri="{FF2B5EF4-FFF2-40B4-BE49-F238E27FC236}">
                <a16:creationId xmlns:a16="http://schemas.microsoft.com/office/drawing/2014/main" id="{D8E52D75-EBBA-469F-AF26-F07EEEFA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781675"/>
            <a:ext cx="533400" cy="9525"/>
          </a:xfrm>
          <a:custGeom xmlns:a="http://schemas.openxmlformats.org/drawingml/2006/main">
            <a:pathLst>
              <a:path w="533400" h="952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68" name="68-plane">
            <a:extLst xmlns:a="http://schemas.openxmlformats.org/drawingml/2006/main">
              <a:ext uri="{FF2B5EF4-FFF2-40B4-BE49-F238E27FC236}">
                <a16:creationId xmlns:a16="http://schemas.microsoft.com/office/drawing/2014/main" id="{743C862A-9C4E-4C23-9583-2E16EB55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57464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69" name="69-flow">
            <a:extLst xmlns:a="http://schemas.openxmlformats.org/drawingml/2006/main">
              <a:ext uri="{FF2B5EF4-FFF2-40B4-BE49-F238E27FC236}">
                <a16:creationId xmlns:a16="http://schemas.microsoft.com/office/drawing/2014/main" id="{519D2CC5-8638-4E02-AF21-E6ADF7A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15000"/>
            <a:ext cx="523875" cy="9525"/>
          </a:xfrm>
          <a:custGeom xmlns:a="http://schemas.openxmlformats.org/drawingml/2006/main">
            <a:pathLst>
              <a:path w="523875" h="952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70" name="70-plane">
            <a:extLst xmlns:a="http://schemas.openxmlformats.org/drawingml/2006/main">
              <a:ext uri="{FF2B5EF4-FFF2-40B4-BE49-F238E27FC236}">
                <a16:creationId xmlns:a16="http://schemas.microsoft.com/office/drawing/2014/main" id="{5F0F64AA-13C5-4DFB-9313-23564FC4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679758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71" name="71-flow">
            <a:extLst xmlns:a="http://schemas.openxmlformats.org/drawingml/2006/main">
              <a:ext uri="{FF2B5EF4-FFF2-40B4-BE49-F238E27FC236}">
                <a16:creationId xmlns:a16="http://schemas.microsoft.com/office/drawing/2014/main" id="{35C562CA-D6AA-494C-B8F6-BE61B664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15000"/>
            <a:ext cx="304800" cy="9525"/>
          </a:xfrm>
          <a:custGeom xmlns:a="http://schemas.openxmlformats.org/drawingml/2006/main"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72" name="72-flow">
            <a:extLst xmlns:a="http://schemas.openxmlformats.org/drawingml/2006/main">
              <a:ext uri="{FF2B5EF4-FFF2-40B4-BE49-F238E27FC236}">
                <a16:creationId xmlns:a16="http://schemas.microsoft.com/office/drawing/2014/main" id="{75550FB8-947D-4D0E-AF52-630BCA44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33875"/>
            <a:ext cx="666750" cy="1381125"/>
          </a:xfrm>
          <a:custGeom xmlns:a="http://schemas.openxmlformats.org/drawingml/2006/main">
            <a:pathLst>
              <a:path w="666750" h="1381125">
                <a:moveTo>
                  <a:pt x="0" y="1381125"/>
                </a:moveTo>
                <a:lnTo>
                  <a:pt x="0" y="0"/>
                </a:ln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73" name="73-plane">
            <a:extLst xmlns:a="http://schemas.openxmlformats.org/drawingml/2006/main">
              <a:ext uri="{FF2B5EF4-FFF2-40B4-BE49-F238E27FC236}">
                <a16:creationId xmlns:a16="http://schemas.microsoft.com/office/drawing/2014/main" id="{47BC8790-C686-4A4D-B5D4-7AAE62EB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986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74" name="74-flow">
            <a:extLst xmlns:a="http://schemas.openxmlformats.org/drawingml/2006/main">
              <a:ext uri="{FF2B5EF4-FFF2-40B4-BE49-F238E27FC236}">
                <a16:creationId xmlns:a16="http://schemas.microsoft.com/office/drawing/2014/main" id="{63988056-620A-4ACE-98CB-00DF23DF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666750" cy="428625"/>
          </a:xfrm>
          <a:custGeom xmlns:a="http://schemas.openxmlformats.org/drawingml/2006/main">
            <a:pathLst>
              <a:path w="666750" h="428625">
                <a:moveTo>
                  <a:pt x="0" y="0"/>
                </a:moveTo>
                <a:lnTo>
                  <a:pt x="0" y="428625"/>
                </a:lnTo>
                <a:lnTo>
                  <a:pt x="66675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75" name="75-plane">
            <a:extLst xmlns:a="http://schemas.openxmlformats.org/drawingml/2006/main">
              <a:ext uri="{FF2B5EF4-FFF2-40B4-BE49-F238E27FC236}">
                <a16:creationId xmlns:a16="http://schemas.microsoft.com/office/drawing/2014/main" id="{8F255F95-7E12-4F49-827D-DC9DBB2F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083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76" name="76-flow">
            <a:extLst xmlns:a="http://schemas.openxmlformats.org/drawingml/2006/main">
              <a:ext uri="{FF2B5EF4-FFF2-40B4-BE49-F238E27FC236}">
                <a16:creationId xmlns:a16="http://schemas.microsoft.com/office/drawing/2014/main" id="{738559FB-348F-495C-B0DC-51B1A72C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33875"/>
            <a:ext cx="409575" cy="9525"/>
          </a:xfrm>
          <a:custGeom xmlns:a="http://schemas.openxmlformats.org/drawingml/2006/main"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77" name="77-plane">
            <a:extLst xmlns:a="http://schemas.openxmlformats.org/drawingml/2006/main">
              <a:ext uri="{FF2B5EF4-FFF2-40B4-BE49-F238E27FC236}">
                <a16:creationId xmlns:a16="http://schemas.microsoft.com/office/drawing/2014/main" id="{430677AC-DFB6-495E-9681-53132F4D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986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78" name="78-flow">
            <a:extLst xmlns:a="http://schemas.openxmlformats.org/drawingml/2006/main">
              <a:ext uri="{FF2B5EF4-FFF2-40B4-BE49-F238E27FC236}">
                <a16:creationId xmlns:a16="http://schemas.microsoft.com/office/drawing/2014/main" id="{6EBDF84E-3307-48FD-8F1B-BDC89D28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33875"/>
            <a:ext cx="714375" cy="9525"/>
          </a:xfrm>
          <a:custGeom xmlns:a="http://schemas.openxmlformats.org/drawingml/2006/main"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79" name="79-plane">
            <a:extLst xmlns:a="http://schemas.openxmlformats.org/drawingml/2006/main">
              <a:ext uri="{FF2B5EF4-FFF2-40B4-BE49-F238E27FC236}">
                <a16:creationId xmlns:a16="http://schemas.microsoft.com/office/drawing/2014/main" id="{02E6F783-18A6-4F53-9A3C-9CD7AD89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9863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80" name="80-flow">
            <a:extLst xmlns:a="http://schemas.openxmlformats.org/drawingml/2006/main">
              <a:ext uri="{FF2B5EF4-FFF2-40B4-BE49-F238E27FC236}">
                <a16:creationId xmlns:a16="http://schemas.microsoft.com/office/drawing/2014/main" id="{B9962EB8-527A-4E29-818C-334F67E5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4362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81" name="81-plane">
            <a:extLst xmlns:a="http://schemas.openxmlformats.org/drawingml/2006/main">
              <a:ext uri="{FF2B5EF4-FFF2-40B4-BE49-F238E27FC236}">
                <a16:creationId xmlns:a16="http://schemas.microsoft.com/office/drawing/2014/main" id="{3FCB267D-82E2-4AC7-9A27-F16AD038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1083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82" name="82-flow">
            <a:extLst xmlns:a="http://schemas.openxmlformats.org/drawingml/2006/main">
              <a:ext uri="{FF2B5EF4-FFF2-40B4-BE49-F238E27FC236}">
                <a16:creationId xmlns:a16="http://schemas.microsoft.com/office/drawing/2014/main" id="{201DDFC1-2270-4B3D-A9F0-C28656C1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6143625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83" name="83-plane">
            <a:extLst xmlns:a="http://schemas.openxmlformats.org/drawingml/2006/main">
              <a:ext uri="{FF2B5EF4-FFF2-40B4-BE49-F238E27FC236}">
                <a16:creationId xmlns:a16="http://schemas.microsoft.com/office/drawing/2014/main" id="{AB6737D0-AFF0-4FD4-BCD3-3A49C8D3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61083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84" name="84-flow">
            <a:extLst xmlns:a="http://schemas.openxmlformats.org/drawingml/2006/main">
              <a:ext uri="{FF2B5EF4-FFF2-40B4-BE49-F238E27FC236}">
                <a16:creationId xmlns:a16="http://schemas.microsoft.com/office/drawing/2014/main" id="{73C8AC01-E9AF-43CC-805F-09FED11E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809625" cy="714375"/>
          </a:xfrm>
          <a:custGeom xmlns:a="http://schemas.openxmlformats.org/drawingml/2006/main">
            <a:pathLst>
              <a:path w="809625" h="714375">
                <a:moveTo>
                  <a:pt x="0" y="0"/>
                </a:moveTo>
                <a:lnTo>
                  <a:pt x="809625" y="0"/>
                </a:lnTo>
                <a:lnTo>
                  <a:pt x="809625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85" name="85-plane">
            <a:extLst xmlns:a="http://schemas.openxmlformats.org/drawingml/2006/main">
              <a:ext uri="{FF2B5EF4-FFF2-40B4-BE49-F238E27FC236}">
                <a16:creationId xmlns:a16="http://schemas.microsoft.com/office/drawing/2014/main" id="{E167B265-5D9E-4887-B302-E71E79DB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133" y="4972050"/>
            <a:ext cx="70485" cy="76200"/>
          </a:xfrm>
          <a:custGeom xmlns:a="http://schemas.openxmlformats.org/drawingml/2006/main">
            <a:pathLst>
              <a:path w="70485" h="76200">
                <a:moveTo>
                  <a:pt x="35243" y="76200"/>
                </a:moveTo>
                <a:lnTo>
                  <a:pt x="7048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86" name="86-flow">
            <a:extLst xmlns:a="http://schemas.openxmlformats.org/drawingml/2006/main">
              <a:ext uri="{FF2B5EF4-FFF2-40B4-BE49-F238E27FC236}">
                <a16:creationId xmlns:a16="http://schemas.microsoft.com/office/drawing/2014/main" id="{02001B85-680E-4017-A04A-9DBA6831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29250"/>
            <a:ext cx="809625" cy="714375"/>
          </a:xfrm>
          <a:custGeom xmlns:a="http://schemas.openxmlformats.org/drawingml/2006/main">
            <a:pathLst>
              <a:path w="809625" h="714375">
                <a:moveTo>
                  <a:pt x="0" y="714375"/>
                </a:moveTo>
                <a:lnTo>
                  <a:pt x="809625" y="714375"/>
                </a:ln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87" name="87-plane">
            <a:extLst xmlns:a="http://schemas.openxmlformats.org/drawingml/2006/main">
              <a:ext uri="{FF2B5EF4-FFF2-40B4-BE49-F238E27FC236}">
                <a16:creationId xmlns:a16="http://schemas.microsoft.com/office/drawing/2014/main" id="{5758F10B-F37B-42AD-BFBF-D404BEA0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7133" y="5429250"/>
            <a:ext cx="70485" cy="76200"/>
          </a:xfrm>
          <a:custGeom xmlns:a="http://schemas.openxmlformats.org/drawingml/2006/main">
            <a:pathLst>
              <a:path w="70485" h="76200">
                <a:moveTo>
                  <a:pt x="35243" y="0"/>
                </a:moveTo>
                <a:lnTo>
                  <a:pt x="0" y="76200"/>
                </a:lnTo>
                <a:lnTo>
                  <a:pt x="70485" y="76200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88" name="88-flow">
            <a:extLst xmlns:a="http://schemas.openxmlformats.org/drawingml/2006/main">
              <a:ext uri="{FF2B5EF4-FFF2-40B4-BE49-F238E27FC236}">
                <a16:creationId xmlns:a16="http://schemas.microsoft.com/office/drawing/2014/main" id="{1B4A657D-DC90-4130-B3F3-BC79AA81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3875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89" name="89-plane">
            <a:extLst xmlns:a="http://schemas.openxmlformats.org/drawingml/2006/main">
              <a:ext uri="{FF2B5EF4-FFF2-40B4-BE49-F238E27FC236}">
                <a16:creationId xmlns:a16="http://schemas.microsoft.com/office/drawing/2014/main" id="{19F3C24A-93CB-4717-8073-9DDD2870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03508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90" name="90-flow">
            <a:extLst xmlns:a="http://schemas.openxmlformats.org/drawingml/2006/main">
              <a:ext uri="{FF2B5EF4-FFF2-40B4-BE49-F238E27FC236}">
                <a16:creationId xmlns:a16="http://schemas.microsoft.com/office/drawing/2014/main" id="{35A3EFAB-6D46-4A38-9005-B43D6994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38750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91" name="91-plane">
            <a:extLst xmlns:a="http://schemas.openxmlformats.org/drawingml/2006/main">
              <a:ext uri="{FF2B5EF4-FFF2-40B4-BE49-F238E27FC236}">
                <a16:creationId xmlns:a16="http://schemas.microsoft.com/office/drawing/2014/main" id="{1D6A7482-31DF-436A-A26F-B98EBA9F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03508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92" name="92-flow">
            <a:extLst xmlns:a="http://schemas.openxmlformats.org/drawingml/2006/main">
              <a:ext uri="{FF2B5EF4-FFF2-40B4-BE49-F238E27FC236}">
                <a16:creationId xmlns:a16="http://schemas.microsoft.com/office/drawing/2014/main" id="{83E8815A-A943-4C3C-8EAB-AD68931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38750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93" name="93-plane">
            <a:extLst xmlns:a="http://schemas.openxmlformats.org/drawingml/2006/main">
              <a:ext uri="{FF2B5EF4-FFF2-40B4-BE49-F238E27FC236}">
                <a16:creationId xmlns:a16="http://schemas.microsoft.com/office/drawing/2014/main" id="{5ECD2EA2-0202-4031-9FFE-7ADF21FF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203508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94" name="94-flow">
            <a:extLst xmlns:a="http://schemas.openxmlformats.org/drawingml/2006/main">
              <a:ext uri="{FF2B5EF4-FFF2-40B4-BE49-F238E27FC236}">
                <a16:creationId xmlns:a16="http://schemas.microsoft.com/office/drawing/2014/main" id="{E576A961-3462-4F66-9D43-F9D8A1A9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7715250" cy="1285875"/>
          </a:xfrm>
          <a:custGeom xmlns:a="http://schemas.openxmlformats.org/drawingml/2006/main">
            <a:pathLst>
              <a:path w="7715250" h="1285875">
                <a:moveTo>
                  <a:pt x="0" y="571500"/>
                </a:moveTo>
                <a:lnTo>
                  <a:pt x="0" y="0"/>
                </a:lnTo>
                <a:lnTo>
                  <a:pt x="7715250" y="0"/>
                </a:lnTo>
                <a:lnTo>
                  <a:pt x="7715250" y="12858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95" name="95-plane">
            <a:extLst xmlns:a="http://schemas.openxmlformats.org/drawingml/2006/main">
              <a:ext uri="{FF2B5EF4-FFF2-40B4-BE49-F238E27FC236}">
                <a16:creationId xmlns:a16="http://schemas.microsoft.com/office/drawing/2014/main" id="{45A00DD0-C169-4EAB-8D55-A88D2D5F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758" y="4972050"/>
            <a:ext cx="70485" cy="76200"/>
          </a:xfrm>
          <a:custGeom xmlns:a="http://schemas.openxmlformats.org/drawingml/2006/main">
            <a:pathLst>
              <a:path w="70485" h="76200">
                <a:moveTo>
                  <a:pt x="35243" y="76200"/>
                </a:moveTo>
                <a:lnTo>
                  <a:pt x="7048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96" name="96-flow">
            <a:extLst xmlns:a="http://schemas.openxmlformats.org/drawingml/2006/main">
              <a:ext uri="{FF2B5EF4-FFF2-40B4-BE49-F238E27FC236}">
                <a16:creationId xmlns:a16="http://schemas.microsoft.com/office/drawing/2014/main" id="{F34443A1-D8D3-4083-B671-DB04EE5B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29250"/>
            <a:ext cx="9525" cy="523875"/>
          </a:xfrm>
          <a:custGeom xmlns:a="http://schemas.openxmlformats.org/drawingml/2006/main">
            <a:pathLst>
              <a:path w="9525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97" name="97-plane">
            <a:extLst xmlns:a="http://schemas.openxmlformats.org/drawingml/2006/main">
              <a:ext uri="{FF2B5EF4-FFF2-40B4-BE49-F238E27FC236}">
                <a16:creationId xmlns:a16="http://schemas.microsoft.com/office/drawing/2014/main" id="{553A1BDA-629F-495F-A46A-5DF2E95F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758" y="5429250"/>
            <a:ext cx="70485" cy="76200"/>
          </a:xfrm>
          <a:custGeom xmlns:a="http://schemas.openxmlformats.org/drawingml/2006/main">
            <a:pathLst>
              <a:path w="70485" h="76200">
                <a:moveTo>
                  <a:pt x="35243" y="0"/>
                </a:moveTo>
                <a:lnTo>
                  <a:pt x="0" y="76200"/>
                </a:lnTo>
                <a:lnTo>
                  <a:pt x="70485" y="76200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98" name="98-flow">
            <a:extLst xmlns:a="http://schemas.openxmlformats.org/drawingml/2006/main">
              <a:ext uri="{FF2B5EF4-FFF2-40B4-BE49-F238E27FC236}">
                <a16:creationId xmlns:a16="http://schemas.microsoft.com/office/drawing/2014/main" id="{2779C5A5-D815-4137-88D0-60BC11B7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238750"/>
            <a:ext cx="1028700" cy="1333500"/>
          </a:xfrm>
          <a:custGeom xmlns:a="http://schemas.openxmlformats.org/drawingml/2006/main">
            <a:pathLst>
              <a:path w="1028700" h="1333500">
                <a:moveTo>
                  <a:pt x="0" y="0"/>
                </a:moveTo>
                <a:lnTo>
                  <a:pt x="1028700" y="0"/>
                </a:lnTo>
                <a:lnTo>
                  <a:pt x="1028700" y="13335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99" name="99-plane">
            <a:extLst xmlns:a="http://schemas.openxmlformats.org/drawingml/2006/main">
              <a:ext uri="{FF2B5EF4-FFF2-40B4-BE49-F238E27FC236}">
                <a16:creationId xmlns:a16="http://schemas.microsoft.com/office/drawing/2014/main" id="{69EE1604-245D-40C6-9C2F-554E983E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958" y="6496050"/>
            <a:ext cx="70485" cy="76200"/>
          </a:xfrm>
          <a:custGeom xmlns:a="http://schemas.openxmlformats.org/drawingml/2006/main">
            <a:pathLst>
              <a:path w="70485" h="76200">
                <a:moveTo>
                  <a:pt x="35243" y="76200"/>
                </a:moveTo>
                <a:lnTo>
                  <a:pt x="7048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100" name="100-flow">
            <a:extLst xmlns:a="http://schemas.openxmlformats.org/drawingml/2006/main">
              <a:ext uri="{FF2B5EF4-FFF2-40B4-BE49-F238E27FC236}">
                <a16:creationId xmlns:a16="http://schemas.microsoft.com/office/drawing/2014/main" id="{4B5D9650-167E-4127-AC55-70153996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8743950" cy="1047750"/>
          </a:xfrm>
          <a:custGeom xmlns:a="http://schemas.openxmlformats.org/drawingml/2006/main">
            <a:pathLst>
              <a:path w="8743950" h="1047750">
                <a:moveTo>
                  <a:pt x="0" y="0"/>
                </a:moveTo>
                <a:lnTo>
                  <a:pt x="0" y="1047750"/>
                </a:lnTo>
                <a:lnTo>
                  <a:pt x="874395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101" name="101-plane">
            <a:extLst xmlns:a="http://schemas.openxmlformats.org/drawingml/2006/main">
              <a:ext uri="{FF2B5EF4-FFF2-40B4-BE49-F238E27FC236}">
                <a16:creationId xmlns:a16="http://schemas.microsoft.com/office/drawing/2014/main" id="{689270D8-BFAF-47F2-98AA-F87BA6BB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727508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02" name="102-flow">
            <a:extLst xmlns:a="http://schemas.openxmlformats.org/drawingml/2006/main">
              <a:ext uri="{FF2B5EF4-FFF2-40B4-BE49-F238E27FC236}">
                <a16:creationId xmlns:a16="http://schemas.microsoft.com/office/drawing/2014/main" id="{4F753AF1-FFAF-4DB6-A01F-77FEDD05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6762750"/>
            <a:ext cx="685800" cy="9525"/>
          </a:xfrm>
          <a:custGeom xmlns:a="http://schemas.openxmlformats.org/drawingml/2006/main"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103" name="103-plane">
            <a:extLst xmlns:a="http://schemas.openxmlformats.org/drawingml/2006/main">
              <a:ext uri="{FF2B5EF4-FFF2-40B4-BE49-F238E27FC236}">
                <a16:creationId xmlns:a16="http://schemas.microsoft.com/office/drawing/2014/main" id="{631359EA-869C-46F8-8B85-72DB1C5B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727508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104" name="104-flow">
            <a:extLst xmlns:a="http://schemas.openxmlformats.org/drawingml/2006/main">
              <a:ext uri="{FF2B5EF4-FFF2-40B4-BE49-F238E27FC236}">
                <a16:creationId xmlns:a16="http://schemas.microsoft.com/office/drawing/2014/main" id="{5E67DFF7-837A-4EB0-A15A-AC47EA60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334125"/>
            <a:ext cx="11506200" cy="952500"/>
          </a:xfrm>
          <a:custGeom xmlns:a="http://schemas.openxmlformats.org/drawingml/2006/main">
            <a:pathLst>
              <a:path w="11506200" h="952500">
                <a:moveTo>
                  <a:pt x="0" y="0"/>
                </a:moveTo>
                <a:lnTo>
                  <a:pt x="0" y="952500"/>
                </a:lnTo>
                <a:lnTo>
                  <a:pt x="1150620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105" name="105-plane">
            <a:extLst xmlns:a="http://schemas.openxmlformats.org/drawingml/2006/main">
              <a:ext uri="{FF2B5EF4-FFF2-40B4-BE49-F238E27FC236}">
                <a16:creationId xmlns:a16="http://schemas.microsoft.com/office/drawing/2014/main" id="{8B89ADED-DC7E-494C-A144-EF4BC878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72513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06" name="106-flow">
            <a:extLst xmlns:a="http://schemas.openxmlformats.org/drawingml/2006/main">
              <a:ext uri="{FF2B5EF4-FFF2-40B4-BE49-F238E27FC236}">
                <a16:creationId xmlns:a16="http://schemas.microsoft.com/office/drawing/2014/main" id="{3E91126F-4628-45AA-ACE9-02DFD08B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6905625"/>
            <a:ext cx="333375" cy="9525"/>
          </a:xfrm>
          <a:custGeom xmlns:a="http://schemas.openxmlformats.org/drawingml/2006/main">
            <a:pathLst>
              <a:path w="333375" h="9525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107" name="107-plane">
            <a:extLst xmlns:a="http://schemas.openxmlformats.org/drawingml/2006/main">
              <a:ext uri="{FF2B5EF4-FFF2-40B4-BE49-F238E27FC236}">
                <a16:creationId xmlns:a16="http://schemas.microsoft.com/office/drawing/2014/main" id="{C754D93E-9D4F-4721-B49A-87B95C4F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8703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08" name="108-junction">
            <a:extLst xmlns:a="http://schemas.openxmlformats.org/drawingml/2006/main">
              <a:ext uri="{FF2B5EF4-FFF2-40B4-BE49-F238E27FC236}">
                <a16:creationId xmlns:a16="http://schemas.microsoft.com/office/drawing/2014/main" id="{F0CEB1E1-A860-4C13-A7A3-93ACC0B9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305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09" name="109-junction">
            <a:extLst xmlns:a="http://schemas.openxmlformats.org/drawingml/2006/main">
              <a:ext uri="{FF2B5EF4-FFF2-40B4-BE49-F238E27FC236}">
                <a16:creationId xmlns:a16="http://schemas.microsoft.com/office/drawing/2014/main" id="{3ECC5529-B215-4455-B1BE-7EDEEBDC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6864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10" name="110-plane">
            <a:extLst xmlns:a="http://schemas.openxmlformats.org/drawingml/2006/main">
              <a:ext uri="{FF2B5EF4-FFF2-40B4-BE49-F238E27FC236}">
                <a16:creationId xmlns:a16="http://schemas.microsoft.com/office/drawing/2014/main" id="{12515D3E-C5D5-4416-AD5C-3B3BCC20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111" name="111-flow">
            <a:extLst xmlns:a="http://schemas.openxmlformats.org/drawingml/2006/main">
              <a:ext uri="{FF2B5EF4-FFF2-40B4-BE49-F238E27FC236}">
                <a16:creationId xmlns:a16="http://schemas.microsoft.com/office/drawing/2014/main" id="{14A7A89B-49D1-40FC-B977-49B1B038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53075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12" name="112-plane">
            <a:extLst xmlns:a="http://schemas.openxmlformats.org/drawingml/2006/main">
              <a:ext uri="{FF2B5EF4-FFF2-40B4-BE49-F238E27FC236}">
                <a16:creationId xmlns:a16="http://schemas.microsoft.com/office/drawing/2014/main" id="{376C4DAE-BC54-4786-9439-D3587BA2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113" name="113-flow">
            <a:extLst xmlns:a="http://schemas.openxmlformats.org/drawingml/2006/main">
              <a:ext uri="{FF2B5EF4-FFF2-40B4-BE49-F238E27FC236}">
                <a16:creationId xmlns:a16="http://schemas.microsoft.com/office/drawing/2014/main" id="{87CD3AD8-2523-4CB2-806A-99BD89D3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14" name="114-plane">
            <a:extLst xmlns:a="http://schemas.openxmlformats.org/drawingml/2006/main">
              <a:ext uri="{FF2B5EF4-FFF2-40B4-BE49-F238E27FC236}">
                <a16:creationId xmlns:a16="http://schemas.microsoft.com/office/drawing/2014/main" id="{1CBD050D-5E1B-4008-BBA0-062AD60F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115" name="115-flow">
            <a:extLst xmlns:a="http://schemas.openxmlformats.org/drawingml/2006/main">
              <a:ext uri="{FF2B5EF4-FFF2-40B4-BE49-F238E27FC236}">
                <a16:creationId xmlns:a16="http://schemas.microsoft.com/office/drawing/2014/main" id="{F2C80468-A3C1-4B25-B00E-53AE32E7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10225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16" name="116-plane">
            <a:extLst xmlns:a="http://schemas.openxmlformats.org/drawingml/2006/main">
              <a:ext uri="{FF2B5EF4-FFF2-40B4-BE49-F238E27FC236}">
                <a16:creationId xmlns:a16="http://schemas.microsoft.com/office/drawing/2014/main" id="{17113368-717B-480A-A169-938D8DC4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476250" cy="666750"/>
          </a:xfrm>
          <a:custGeom xmlns:a="http://schemas.openxmlformats.org/drawingml/2006/main">
            <a:pathLst>
              <a:path w="476250" h="666750">
                <a:moveTo>
                  <a:pt x="0" y="152400"/>
                </a:moveTo>
                <a:lnTo>
                  <a:pt x="476250" y="0"/>
                </a:lnTo>
                <a:lnTo>
                  <a:pt x="476250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117" name="117-flow">
            <a:extLst xmlns:a="http://schemas.openxmlformats.org/drawingml/2006/main">
              <a:ext uri="{FF2B5EF4-FFF2-40B4-BE49-F238E27FC236}">
                <a16:creationId xmlns:a16="http://schemas.microsoft.com/office/drawing/2014/main" id="{831D160C-0055-47F8-9AEB-D23FF431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6388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18" name="118-F">
            <a:extLst xmlns:a="http://schemas.openxmlformats.org/drawingml/2006/main">
              <a:ext uri="{FF2B5EF4-FFF2-40B4-BE49-F238E27FC236}">
                <a16:creationId xmlns:a16="http://schemas.microsoft.com/office/drawing/2014/main" id="{82FB128D-020A-4D09-ABA2-D644A3E7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6143625"/>
            <a:ext cx="714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119" name="119-c × H × W">
            <a:extLst xmlns:a="http://schemas.openxmlformats.org/drawingml/2006/main">
              <a:ext uri="{FF2B5EF4-FFF2-40B4-BE49-F238E27FC236}">
                <a16:creationId xmlns:a16="http://schemas.microsoft.com/office/drawing/2014/main" id="{539B421B-3AC1-4E42-8733-B124437B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6496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c × H × W</a:t>
            </a:r>
          </a:p>
        </p:txBody>
      </p:sp>
      <p:sp>
        <p:nvSpPr>
          <p:cNvPr id="120" name="120-region">
            <a:extLst xmlns:a="http://schemas.openxmlformats.org/drawingml/2006/main">
              <a:ext uri="{FF2B5EF4-FFF2-40B4-BE49-F238E27FC236}">
                <a16:creationId xmlns:a16="http://schemas.microsoft.com/office/drawing/2014/main" id="{218E695D-249C-49ED-9268-FE377AEF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38750"/>
            <a:ext cx="523875" cy="10953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D887"/>
          </a:solidFill>
          <a:ln xmlns:a="http://schemas.openxmlformats.org/drawingml/2006/main" w="11906">
            <a:solidFill>
              <a:srgbClr val="BD9C47"/>
            </a:solidFill>
            <a:prstDash val="solid"/>
          </a:ln>
        </p:spPr>
      </p:sp>
      <p:sp>
        <p:nvSpPr>
          <p:cNvPr id="121" name="121-Channel split">
            <a:extLst xmlns:a="http://schemas.openxmlformats.org/drawingml/2006/main">
              <a:ext uri="{FF2B5EF4-FFF2-40B4-BE49-F238E27FC236}">
                <a16:creationId xmlns:a16="http://schemas.microsoft.com/office/drawing/2014/main" id="{DFDDD80F-887F-4450-8FBF-35B3CE1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524000" y="5553075"/>
            <a:ext cx="100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Channel split</a:t>
            </a:r>
          </a:p>
        </p:txBody>
      </p:sp>
      <p:sp>
        <p:nvSpPr>
          <p:cNvPr id="122" name="122-plane">
            <a:extLst xmlns:a="http://schemas.openxmlformats.org/drawingml/2006/main">
              <a:ext uri="{FF2B5EF4-FFF2-40B4-BE49-F238E27FC236}">
                <a16:creationId xmlns:a16="http://schemas.microsoft.com/office/drawing/2014/main" id="{DA3147E2-525B-485E-A16F-3538D28D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295900"/>
            <a:ext cx="428625" cy="666750"/>
          </a:xfrm>
          <a:custGeom xmlns:a="http://schemas.openxmlformats.org/drawingml/2006/main">
            <a:pathLst>
              <a:path w="428625" h="666750">
                <a:moveTo>
                  <a:pt x="0" y="152400"/>
                </a:moveTo>
                <a:lnTo>
                  <a:pt x="428625" y="0"/>
                </a:lnTo>
                <a:lnTo>
                  <a:pt x="428625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C7DFAB"/>
          </a:solidFill>
          <a:ln xmlns:a="http://schemas.openxmlformats.org/drawingml/2006/main" w="8573">
            <a:solidFill>
              <a:srgbClr val="759B4E"/>
            </a:solidFill>
          </a:ln>
        </p:spPr>
      </p:sp>
      <p:sp>
        <p:nvSpPr>
          <p:cNvPr id="123" name="123-flow">
            <a:extLst xmlns:a="http://schemas.openxmlformats.org/drawingml/2006/main">
              <a:ext uri="{FF2B5EF4-FFF2-40B4-BE49-F238E27FC236}">
                <a16:creationId xmlns:a16="http://schemas.microsoft.com/office/drawing/2014/main" id="{3FFF9E3F-F78F-4E40-8269-42311822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864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24" name="124-plane">
            <a:extLst xmlns:a="http://schemas.openxmlformats.org/drawingml/2006/main">
              <a:ext uri="{FF2B5EF4-FFF2-40B4-BE49-F238E27FC236}">
                <a16:creationId xmlns:a16="http://schemas.microsoft.com/office/drawing/2014/main" id="{5B3A425F-F2BE-41A4-AE7B-DACBC9EB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324475"/>
            <a:ext cx="428625" cy="666750"/>
          </a:xfrm>
          <a:custGeom xmlns:a="http://schemas.openxmlformats.org/drawingml/2006/main">
            <a:pathLst>
              <a:path w="428625" h="666750">
                <a:moveTo>
                  <a:pt x="0" y="152400"/>
                </a:moveTo>
                <a:lnTo>
                  <a:pt x="428625" y="0"/>
                </a:lnTo>
                <a:lnTo>
                  <a:pt x="428625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C7DFAB"/>
          </a:solidFill>
          <a:ln xmlns:a="http://schemas.openxmlformats.org/drawingml/2006/main" w="8573">
            <a:solidFill>
              <a:srgbClr val="759B4E"/>
            </a:solidFill>
          </a:ln>
        </p:spPr>
      </p:sp>
      <p:sp>
        <p:nvSpPr>
          <p:cNvPr id="125" name="125-flow">
            <a:extLst xmlns:a="http://schemas.openxmlformats.org/drawingml/2006/main">
              <a:ext uri="{FF2B5EF4-FFF2-40B4-BE49-F238E27FC236}">
                <a16:creationId xmlns:a16="http://schemas.microsoft.com/office/drawing/2014/main" id="{147A32F4-EBD5-493B-ABD2-4ACF727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14975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26" name="126-plane">
            <a:extLst xmlns:a="http://schemas.openxmlformats.org/drawingml/2006/main">
              <a:ext uri="{FF2B5EF4-FFF2-40B4-BE49-F238E27FC236}">
                <a16:creationId xmlns:a16="http://schemas.microsoft.com/office/drawing/2014/main" id="{6FFC6326-7723-4B9E-8175-F9F20F65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353050"/>
            <a:ext cx="428625" cy="666750"/>
          </a:xfrm>
          <a:custGeom xmlns:a="http://schemas.openxmlformats.org/drawingml/2006/main">
            <a:pathLst>
              <a:path w="428625" h="666750">
                <a:moveTo>
                  <a:pt x="0" y="152400"/>
                </a:moveTo>
                <a:lnTo>
                  <a:pt x="428625" y="0"/>
                </a:lnTo>
                <a:lnTo>
                  <a:pt x="428625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C7DFAB"/>
          </a:solidFill>
          <a:ln xmlns:a="http://schemas.openxmlformats.org/drawingml/2006/main" w="8573">
            <a:solidFill>
              <a:srgbClr val="759B4E"/>
            </a:solidFill>
          </a:ln>
        </p:spPr>
      </p:sp>
      <p:sp>
        <p:nvSpPr>
          <p:cNvPr id="127" name="127-flow">
            <a:extLst xmlns:a="http://schemas.openxmlformats.org/drawingml/2006/main">
              <a:ext uri="{FF2B5EF4-FFF2-40B4-BE49-F238E27FC236}">
                <a16:creationId xmlns:a16="http://schemas.microsoft.com/office/drawing/2014/main" id="{24F83BDF-95D5-469D-9561-2A7FADE7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4355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28" name="128-plane">
            <a:extLst xmlns:a="http://schemas.openxmlformats.org/drawingml/2006/main">
              <a:ext uri="{FF2B5EF4-FFF2-40B4-BE49-F238E27FC236}">
                <a16:creationId xmlns:a16="http://schemas.microsoft.com/office/drawing/2014/main" id="{F9DA8538-C9D5-4BEF-990A-D4AD36F4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381625"/>
            <a:ext cx="428625" cy="666750"/>
          </a:xfrm>
          <a:custGeom xmlns:a="http://schemas.openxmlformats.org/drawingml/2006/main">
            <a:pathLst>
              <a:path w="428625" h="666750">
                <a:moveTo>
                  <a:pt x="0" y="152400"/>
                </a:moveTo>
                <a:lnTo>
                  <a:pt x="428625" y="0"/>
                </a:lnTo>
                <a:lnTo>
                  <a:pt x="428625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C7DFAB"/>
          </a:solidFill>
          <a:ln xmlns:a="http://schemas.openxmlformats.org/drawingml/2006/main" w="8573">
            <a:solidFill>
              <a:srgbClr val="759B4E"/>
            </a:solidFill>
          </a:ln>
        </p:spPr>
      </p:sp>
      <p:sp>
        <p:nvSpPr>
          <p:cNvPr id="129" name="129-flow">
            <a:extLst xmlns:a="http://schemas.openxmlformats.org/drawingml/2006/main">
              <a:ext uri="{FF2B5EF4-FFF2-40B4-BE49-F238E27FC236}">
                <a16:creationId xmlns:a16="http://schemas.microsoft.com/office/drawing/2014/main" id="{1A6819D7-DB51-4CFF-B42D-28D52206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572125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30" name="130-F">
            <a:extLst xmlns:a="http://schemas.openxmlformats.org/drawingml/2006/main">
              <a:ext uri="{FF2B5EF4-FFF2-40B4-BE49-F238E27FC236}">
                <a16:creationId xmlns:a16="http://schemas.microsoft.com/office/drawing/2014/main" id="{AF9BCC69-452A-47A0-A7C7-9FA79D6A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6048375"/>
            <a:ext cx="178594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131" name="131-a">
            <a:extLst xmlns:a="http://schemas.openxmlformats.org/drawingml/2006/main">
              <a:ext uri="{FF2B5EF4-FFF2-40B4-BE49-F238E27FC236}">
                <a16:creationId xmlns:a16="http://schemas.microsoft.com/office/drawing/2014/main" id="{D2DFFE7E-423C-43CD-9670-CCCD88BA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9913" y="6203156"/>
            <a:ext cx="14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9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219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219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a</a:t>
            </a:r>
          </a:p>
        </p:txBody>
      </p:sp>
      <p:sp>
        <p:nvSpPr>
          <p:cNvPr id="132" name="132-q channels">
            <a:extLst xmlns:a="http://schemas.openxmlformats.org/drawingml/2006/main">
              <a:ext uri="{FF2B5EF4-FFF2-40B4-BE49-F238E27FC236}">
                <a16:creationId xmlns:a16="http://schemas.microsoft.com/office/drawing/2014/main" id="{F4B07F48-1874-44A5-BD2F-E87EF777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4953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q channels</a:t>
            </a:r>
          </a:p>
        </p:txBody>
      </p:sp>
      <p:sp>
        <p:nvSpPr>
          <p:cNvPr id="133" name="133-region">
            <a:extLst xmlns:a="http://schemas.openxmlformats.org/drawingml/2006/main">
              <a:ext uri="{FF2B5EF4-FFF2-40B4-BE49-F238E27FC236}">
                <a16:creationId xmlns:a16="http://schemas.microsoft.com/office/drawing/2014/main" id="{EDD59ECD-1923-489F-9ADB-42D11503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875"/>
            <a:ext cx="476250" cy="76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D887"/>
          </a:solidFill>
          <a:ln xmlns:a="http://schemas.openxmlformats.org/drawingml/2006/main" w="11906">
            <a:solidFill>
              <a:srgbClr val="BD9C47"/>
            </a:solidFill>
            <a:prstDash val="solid"/>
          </a:ln>
        </p:spPr>
      </p:sp>
      <p:sp>
        <p:nvSpPr>
          <p:cNvPr id="134" name="134-Mean W">
            <a:extLst xmlns:a="http://schemas.openxmlformats.org/drawingml/2006/main">
              <a:ext uri="{FF2B5EF4-FFF2-40B4-BE49-F238E27FC236}">
                <a16:creationId xmlns:a16="http://schemas.microsoft.com/office/drawing/2014/main" id="{F24701CC-8E19-4FC0-A680-B480F64D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286250" y="41243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Mean W</a:t>
            </a:r>
          </a:p>
        </p:txBody>
      </p:sp>
      <p:sp>
        <p:nvSpPr>
          <p:cNvPr id="135" name="135-region">
            <a:extLst xmlns:a="http://schemas.openxmlformats.org/drawingml/2006/main">
              <a:ext uri="{FF2B5EF4-FFF2-40B4-BE49-F238E27FC236}">
                <a16:creationId xmlns:a16="http://schemas.microsoft.com/office/drawing/2014/main" id="{D8774E0E-E095-41C8-A98E-BB97C481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62625"/>
            <a:ext cx="476250" cy="762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D887"/>
          </a:solidFill>
          <a:ln xmlns:a="http://schemas.openxmlformats.org/drawingml/2006/main" w="11906">
            <a:solidFill>
              <a:srgbClr val="BD9C47"/>
            </a:solidFill>
            <a:prstDash val="solid"/>
          </a:ln>
        </p:spPr>
      </p:sp>
      <p:sp>
        <p:nvSpPr>
          <p:cNvPr id="136" name="136-Mean H">
            <a:extLst xmlns:a="http://schemas.openxmlformats.org/drawingml/2006/main">
              <a:ext uri="{FF2B5EF4-FFF2-40B4-BE49-F238E27FC236}">
                <a16:creationId xmlns:a16="http://schemas.microsoft.com/office/drawing/2014/main" id="{A83B5920-2379-421E-AFD8-3D8801F0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286250" y="59340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Mean H</a:t>
            </a:r>
          </a:p>
        </p:txBody>
      </p:sp>
      <p:sp>
        <p:nvSpPr>
          <p:cNvPr id="137" name="137-plane">
            <a:extLst xmlns:a="http://schemas.openxmlformats.org/drawingml/2006/main">
              <a:ext uri="{FF2B5EF4-FFF2-40B4-BE49-F238E27FC236}">
                <a16:creationId xmlns:a16="http://schemas.microsoft.com/office/drawing/2014/main" id="{A63C9993-3DF7-46AA-8771-C14088FE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867150"/>
            <a:ext cx="85725" cy="762000"/>
          </a:xfrm>
          <a:custGeom xmlns:a="http://schemas.openxmlformats.org/drawingml/2006/main">
            <a:pathLst>
              <a:path w="85725" h="762000">
                <a:moveTo>
                  <a:pt x="0" y="152400"/>
                </a:moveTo>
                <a:lnTo>
                  <a:pt x="85725" y="0"/>
                </a:lnTo>
                <a:lnTo>
                  <a:pt x="857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138" name="138-flow">
            <a:extLst xmlns:a="http://schemas.openxmlformats.org/drawingml/2006/main">
              <a:ext uri="{FF2B5EF4-FFF2-40B4-BE49-F238E27FC236}">
                <a16:creationId xmlns:a16="http://schemas.microsoft.com/office/drawing/2014/main" id="{6CD049D2-48CB-4F90-92FE-285B235E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57650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39" name="139-plane">
            <a:extLst xmlns:a="http://schemas.openxmlformats.org/drawingml/2006/main">
              <a:ext uri="{FF2B5EF4-FFF2-40B4-BE49-F238E27FC236}">
                <a16:creationId xmlns:a16="http://schemas.microsoft.com/office/drawing/2014/main" id="{23BEBA6C-E8F2-4591-BA77-98FDA90F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95725"/>
            <a:ext cx="85725" cy="762000"/>
          </a:xfrm>
          <a:custGeom xmlns:a="http://schemas.openxmlformats.org/drawingml/2006/main">
            <a:pathLst>
              <a:path w="85725" h="762000">
                <a:moveTo>
                  <a:pt x="0" y="152400"/>
                </a:moveTo>
                <a:lnTo>
                  <a:pt x="85725" y="0"/>
                </a:lnTo>
                <a:lnTo>
                  <a:pt x="857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140" name="140-flow">
            <a:extLst xmlns:a="http://schemas.openxmlformats.org/drawingml/2006/main">
              <a:ext uri="{FF2B5EF4-FFF2-40B4-BE49-F238E27FC236}">
                <a16:creationId xmlns:a16="http://schemas.microsoft.com/office/drawing/2014/main" id="{6D5DEF9A-BF68-4EE5-94FE-2E198C51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86225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41" name="141-plane">
            <a:extLst xmlns:a="http://schemas.openxmlformats.org/drawingml/2006/main">
              <a:ext uri="{FF2B5EF4-FFF2-40B4-BE49-F238E27FC236}">
                <a16:creationId xmlns:a16="http://schemas.microsoft.com/office/drawing/2014/main" id="{2FFCD908-D513-435F-A412-5A223551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924300"/>
            <a:ext cx="85725" cy="762000"/>
          </a:xfrm>
          <a:custGeom xmlns:a="http://schemas.openxmlformats.org/drawingml/2006/main">
            <a:pathLst>
              <a:path w="85725" h="762000">
                <a:moveTo>
                  <a:pt x="0" y="152400"/>
                </a:moveTo>
                <a:lnTo>
                  <a:pt x="85725" y="0"/>
                </a:lnTo>
                <a:lnTo>
                  <a:pt x="857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142" name="142-flow">
            <a:extLst xmlns:a="http://schemas.openxmlformats.org/drawingml/2006/main">
              <a:ext uri="{FF2B5EF4-FFF2-40B4-BE49-F238E27FC236}">
                <a16:creationId xmlns:a16="http://schemas.microsoft.com/office/drawing/2014/main" id="{2DA65ADB-80A5-45C5-BC65-1DBDFE81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14800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43" name="143-plane">
            <a:extLst xmlns:a="http://schemas.openxmlformats.org/drawingml/2006/main">
              <a:ext uri="{FF2B5EF4-FFF2-40B4-BE49-F238E27FC236}">
                <a16:creationId xmlns:a16="http://schemas.microsoft.com/office/drawing/2014/main" id="{5E54B50A-90F1-498E-97AE-BF4D97E4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52875"/>
            <a:ext cx="85725" cy="762000"/>
          </a:xfrm>
          <a:custGeom xmlns:a="http://schemas.openxmlformats.org/drawingml/2006/main">
            <a:pathLst>
              <a:path w="85725" h="762000">
                <a:moveTo>
                  <a:pt x="0" y="152400"/>
                </a:moveTo>
                <a:lnTo>
                  <a:pt x="85725" y="0"/>
                </a:lnTo>
                <a:lnTo>
                  <a:pt x="857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144" name="144-flow">
            <a:extLst xmlns:a="http://schemas.openxmlformats.org/drawingml/2006/main">
              <a:ext uri="{FF2B5EF4-FFF2-40B4-BE49-F238E27FC236}">
                <a16:creationId xmlns:a16="http://schemas.microsoft.com/office/drawing/2014/main" id="{1E1A0274-9F6A-483E-BC10-F461C355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43375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45" name="145-plane">
            <a:extLst xmlns:a="http://schemas.openxmlformats.org/drawingml/2006/main">
              <a:ext uri="{FF2B5EF4-FFF2-40B4-BE49-F238E27FC236}">
                <a16:creationId xmlns:a16="http://schemas.microsoft.com/office/drawing/2014/main" id="{08E0CAB9-6F7C-4F64-A238-C543C942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019800"/>
            <a:ext cx="666750" cy="133350"/>
          </a:xfrm>
          <a:custGeom xmlns:a="http://schemas.openxmlformats.org/drawingml/2006/main">
            <a:pathLst>
              <a:path w="666750" h="133350">
                <a:moveTo>
                  <a:pt x="0" y="44450"/>
                </a:moveTo>
                <a:lnTo>
                  <a:pt x="666750" y="0"/>
                </a:lnTo>
                <a:lnTo>
                  <a:pt x="666750" y="8890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146" name="146-flow">
            <a:extLst xmlns:a="http://schemas.openxmlformats.org/drawingml/2006/main">
              <a:ext uri="{FF2B5EF4-FFF2-40B4-BE49-F238E27FC236}">
                <a16:creationId xmlns:a16="http://schemas.microsoft.com/office/drawing/2014/main" id="{26A319E4-E067-4986-AAFB-2536729A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102350"/>
            <a:ext cx="9525" cy="12700"/>
          </a:xfrm>
          <a:custGeom xmlns:a="http://schemas.openxmlformats.org/drawingml/2006/main">
            <a:pathLst>
              <a:path w="9525" h="12700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47" name="147-plane">
            <a:extLst xmlns:a="http://schemas.openxmlformats.org/drawingml/2006/main">
              <a:ext uri="{FF2B5EF4-FFF2-40B4-BE49-F238E27FC236}">
                <a16:creationId xmlns:a16="http://schemas.microsoft.com/office/drawing/2014/main" id="{64BD1086-DB64-470A-93BC-B16520A0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6048375"/>
            <a:ext cx="666750" cy="133350"/>
          </a:xfrm>
          <a:custGeom xmlns:a="http://schemas.openxmlformats.org/drawingml/2006/main">
            <a:pathLst>
              <a:path w="666750" h="133350">
                <a:moveTo>
                  <a:pt x="0" y="44450"/>
                </a:moveTo>
                <a:lnTo>
                  <a:pt x="666750" y="0"/>
                </a:lnTo>
                <a:lnTo>
                  <a:pt x="666750" y="8890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148" name="148-flow">
            <a:extLst xmlns:a="http://schemas.openxmlformats.org/drawingml/2006/main">
              <a:ext uri="{FF2B5EF4-FFF2-40B4-BE49-F238E27FC236}">
                <a16:creationId xmlns:a16="http://schemas.microsoft.com/office/drawing/2014/main" id="{0E817243-2E74-4860-B602-2FFD0176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130925"/>
            <a:ext cx="9525" cy="12700"/>
          </a:xfrm>
          <a:custGeom xmlns:a="http://schemas.openxmlformats.org/drawingml/2006/main">
            <a:pathLst>
              <a:path w="9525" h="12700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49" name="149-plane">
            <a:extLst xmlns:a="http://schemas.openxmlformats.org/drawingml/2006/main">
              <a:ext uri="{FF2B5EF4-FFF2-40B4-BE49-F238E27FC236}">
                <a16:creationId xmlns:a16="http://schemas.microsoft.com/office/drawing/2014/main" id="{77C52498-7AA7-40B7-9091-606CBE24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76950"/>
            <a:ext cx="666750" cy="133350"/>
          </a:xfrm>
          <a:custGeom xmlns:a="http://schemas.openxmlformats.org/drawingml/2006/main">
            <a:pathLst>
              <a:path w="666750" h="133350">
                <a:moveTo>
                  <a:pt x="0" y="44450"/>
                </a:moveTo>
                <a:lnTo>
                  <a:pt x="666750" y="0"/>
                </a:lnTo>
                <a:lnTo>
                  <a:pt x="666750" y="88900"/>
                </a:lnTo>
                <a:lnTo>
                  <a:pt x="0" y="13335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150" name="150-flow">
            <a:extLst xmlns:a="http://schemas.openxmlformats.org/drawingml/2006/main">
              <a:ext uri="{FF2B5EF4-FFF2-40B4-BE49-F238E27FC236}">
                <a16:creationId xmlns:a16="http://schemas.microsoft.com/office/drawing/2014/main" id="{DE041998-E6BA-44D0-AAE9-3AF2766C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159500"/>
            <a:ext cx="9525" cy="12700"/>
          </a:xfrm>
          <a:custGeom xmlns:a="http://schemas.openxmlformats.org/drawingml/2006/main">
            <a:pathLst>
              <a:path w="9525" h="12700">
                <a:moveTo>
                  <a:pt x="0" y="0"/>
                </a:moveTo>
                <a:lnTo>
                  <a:pt x="0" y="127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51" name="151-q × H × 1">
            <a:extLst xmlns:a="http://schemas.openxmlformats.org/drawingml/2006/main">
              <a:ext uri="{FF2B5EF4-FFF2-40B4-BE49-F238E27FC236}">
                <a16:creationId xmlns:a16="http://schemas.microsoft.com/office/drawing/2014/main" id="{B22E19BF-6631-431C-A054-C915F85B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4781550"/>
            <a:ext cx="100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q × H × 1</a:t>
            </a:r>
          </a:p>
        </p:txBody>
      </p:sp>
      <p:sp>
        <p:nvSpPr>
          <p:cNvPr id="152" name="152-q × 1 × W">
            <a:extLst xmlns:a="http://schemas.openxmlformats.org/drawingml/2006/main">
              <a:ext uri="{FF2B5EF4-FFF2-40B4-BE49-F238E27FC236}">
                <a16:creationId xmlns:a16="http://schemas.microsoft.com/office/drawing/2014/main" id="{60D696BA-0872-4227-84A6-3DB1BB91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6381750"/>
            <a:ext cx="1000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q × 1 × W</a:t>
            </a:r>
          </a:p>
        </p:txBody>
      </p:sp>
      <p:sp>
        <p:nvSpPr>
          <p:cNvPr id="153" name="153-region">
            <a:extLst xmlns:a="http://schemas.openxmlformats.org/drawingml/2006/main">
              <a:ext uri="{FF2B5EF4-FFF2-40B4-BE49-F238E27FC236}">
                <a16:creationId xmlns:a16="http://schemas.microsoft.com/office/drawing/2014/main" id="{3F7D6CA1-9DC9-433F-BAC3-2019376A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52875"/>
            <a:ext cx="523875" cy="762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B3DDE9"/>
          </a:solidFill>
          <a:ln xmlns:a="http://schemas.openxmlformats.org/drawingml/2006/main" w="11906">
            <a:solidFill>
              <a:srgbClr val="5196AC"/>
            </a:solidFill>
            <a:prstDash val="solid"/>
          </a:ln>
        </p:spPr>
      </p:sp>
      <p:sp>
        <p:nvSpPr>
          <p:cNvPr id="154" name="154-DW 3 × 1">
            <a:extLst xmlns:a="http://schemas.openxmlformats.org/drawingml/2006/main">
              <a:ext uri="{FF2B5EF4-FFF2-40B4-BE49-F238E27FC236}">
                <a16:creationId xmlns:a16="http://schemas.microsoft.com/office/drawing/2014/main" id="{0B6675ED-76B3-4EB6-917D-B6C4A9A4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167438" y="4100513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DW 3 × 1</a:t>
            </a:r>
          </a:p>
        </p:txBody>
      </p:sp>
      <p:sp>
        <p:nvSpPr>
          <p:cNvPr id="155" name="155-region">
            <a:extLst xmlns:a="http://schemas.openxmlformats.org/drawingml/2006/main">
              <a:ext uri="{FF2B5EF4-FFF2-40B4-BE49-F238E27FC236}">
                <a16:creationId xmlns:a16="http://schemas.microsoft.com/office/drawing/2014/main" id="{725BBAD9-99D0-404F-9CA1-B29A131F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62625"/>
            <a:ext cx="523875" cy="762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B3DDE9"/>
          </a:solidFill>
          <a:ln xmlns:a="http://schemas.openxmlformats.org/drawingml/2006/main" w="11906">
            <a:solidFill>
              <a:srgbClr val="5196AC"/>
            </a:solidFill>
            <a:prstDash val="solid"/>
          </a:ln>
        </p:spPr>
      </p:sp>
      <p:sp>
        <p:nvSpPr>
          <p:cNvPr id="156" name="156-DW 1 × 3">
            <a:extLst xmlns:a="http://schemas.openxmlformats.org/drawingml/2006/main">
              <a:ext uri="{FF2B5EF4-FFF2-40B4-BE49-F238E27FC236}">
                <a16:creationId xmlns:a16="http://schemas.microsoft.com/office/drawing/2014/main" id="{8F279CBE-F671-4C25-9240-F6A824A4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167438" y="5910263"/>
            <a:ext cx="66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DW 1 × 3</a:t>
            </a:r>
          </a:p>
        </p:txBody>
      </p:sp>
      <p:sp>
        <p:nvSpPr>
          <p:cNvPr id="157" name="157-operator +">
            <a:extLst xmlns:a="http://schemas.openxmlformats.org/drawingml/2006/main">
              <a:ext uri="{FF2B5EF4-FFF2-40B4-BE49-F238E27FC236}">
                <a16:creationId xmlns:a16="http://schemas.microsoft.com/office/drawing/2014/main" id="{01D66DA9-F812-42D3-9989-105E53BE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48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9"/>
          </a:solidFill>
          <a:ln xmlns:a="http://schemas.openxmlformats.org/drawingml/2006/main" w="16193">
            <a:solidFill>
              <a:srgbClr val="E07077"/>
            </a:solidFill>
          </a:ln>
        </p:spPr>
      </p:sp>
      <p:sp>
        <p:nvSpPr>
          <p:cNvPr id="158" name="158-+">
            <a:extLst xmlns:a="http://schemas.openxmlformats.org/drawingml/2006/main">
              <a:ext uri="{FF2B5EF4-FFF2-40B4-BE49-F238E27FC236}">
                <a16:creationId xmlns:a16="http://schemas.microsoft.com/office/drawing/2014/main" id="{5D9399A4-D1C2-472D-8FCB-D9F2F2E2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5048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159" name="159-Broadcast">
            <a:extLst xmlns:a="http://schemas.openxmlformats.org/drawingml/2006/main">
              <a:ext uri="{FF2B5EF4-FFF2-40B4-BE49-F238E27FC236}">
                <a16:creationId xmlns:a16="http://schemas.microsoft.com/office/drawing/2014/main" id="{90830246-3B8E-46B4-AF50-9666CE65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549592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585C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85C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85C51"/>
                </a:solidFill>
                <a:latin typeface="Times New Roman"/>
                <a:ea typeface="Times New Roman"/>
                <a:cs typeface="Times New Roman"/>
              </a:rPr>
              <a:t>Broadcast</a:t>
            </a:r>
          </a:p>
        </p:txBody>
      </p:sp>
      <p:sp>
        <p:nvSpPr>
          <p:cNvPr id="160" name="160-region">
            <a:extLst xmlns:a="http://schemas.openxmlformats.org/drawingml/2006/main">
              <a:ext uri="{FF2B5EF4-FFF2-40B4-BE49-F238E27FC236}">
                <a16:creationId xmlns:a16="http://schemas.microsoft.com/office/drawing/2014/main" id="{AE7CD95B-58ED-4B7D-BA5B-7E73A67B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095375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5B6C1"/>
          </a:solidFill>
          <a:ln xmlns:a="http://schemas.openxmlformats.org/drawingml/2006/main" w="11906">
            <a:solidFill>
              <a:srgbClr val="BF6F8B"/>
            </a:solidFill>
            <a:prstDash val="solid"/>
          </a:ln>
        </p:spPr>
      </p:sp>
      <p:sp>
        <p:nvSpPr>
          <p:cNvPr id="161" name="161-Hardsigmoid">
            <a:extLst xmlns:a="http://schemas.openxmlformats.org/drawingml/2006/main">
              <a:ext uri="{FF2B5EF4-FFF2-40B4-BE49-F238E27FC236}">
                <a16:creationId xmlns:a16="http://schemas.microsoft.com/office/drawing/2014/main" id="{C7DE9F79-9083-48A0-B548-B5D512B1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4825" y="4876800"/>
            <a:ext cx="1038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Hardsigmoid</a:t>
            </a:r>
          </a:p>
        </p:txBody>
      </p:sp>
      <p:sp>
        <p:nvSpPr>
          <p:cNvPr id="162" name="162-region">
            <a:extLst xmlns:a="http://schemas.openxmlformats.org/drawingml/2006/main">
              <a:ext uri="{FF2B5EF4-FFF2-40B4-BE49-F238E27FC236}">
                <a16:creationId xmlns:a16="http://schemas.microsoft.com/office/drawing/2014/main" id="{B74664BD-57C2-40DE-866E-E811746A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57750"/>
            <a:ext cx="952500" cy="76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8D887"/>
          </a:solidFill>
          <a:ln xmlns:a="http://schemas.openxmlformats.org/drawingml/2006/main" w="11906">
            <a:solidFill>
              <a:srgbClr val="BD9C47"/>
            </a:solidFill>
            <a:prstDash val="solid"/>
          </a:ln>
        </p:spPr>
      </p:sp>
      <p:sp>
        <p:nvSpPr>
          <p:cNvPr id="163" name="163-2g − 1">
            <a:extLst xmlns:a="http://schemas.openxmlformats.org/drawingml/2006/main">
              <a:ext uri="{FF2B5EF4-FFF2-40B4-BE49-F238E27FC236}">
                <a16:creationId xmlns:a16="http://schemas.microsoft.com/office/drawing/2014/main" id="{62E974EB-1A57-445F-A584-4373B196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53575" y="4876800"/>
            <a:ext cx="89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2g − 1</a:t>
            </a:r>
          </a:p>
        </p:txBody>
      </p:sp>
      <p:sp>
        <p:nvSpPr>
          <p:cNvPr id="164" name="164-A">
            <a:extLst xmlns:a="http://schemas.openxmlformats.org/drawingml/2006/main">
              <a:ext uri="{FF2B5EF4-FFF2-40B4-BE49-F238E27FC236}">
                <a16:creationId xmlns:a16="http://schemas.microsoft.com/office/drawing/2014/main" id="{A1E53099-64D3-4B86-BD3D-C5B8D9D7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0" y="4857750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rPr>
              <a:t>A</a:t>
            </a:r>
          </a:p>
        </p:txBody>
      </p:sp>
      <p:sp>
        <p:nvSpPr>
          <p:cNvPr id="165" name="165-operator ⊙">
            <a:extLst xmlns:a="http://schemas.openxmlformats.org/drawingml/2006/main">
              <a:ext uri="{FF2B5EF4-FFF2-40B4-BE49-F238E27FC236}">
                <a16:creationId xmlns:a16="http://schemas.microsoft.com/office/drawing/2014/main" id="{BAA9911A-882C-47E1-B9E9-9380E505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48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9"/>
          </a:solidFill>
          <a:ln xmlns:a="http://schemas.openxmlformats.org/drawingml/2006/main" w="16193">
            <a:solidFill>
              <a:srgbClr val="E07077"/>
            </a:solidFill>
          </a:ln>
        </p:spPr>
      </p:sp>
      <p:sp>
        <p:nvSpPr>
          <p:cNvPr id="166" name="166-⊙">
            <a:extLst xmlns:a="http://schemas.openxmlformats.org/drawingml/2006/main">
              <a:ext uri="{FF2B5EF4-FFF2-40B4-BE49-F238E27FC236}">
                <a16:creationId xmlns:a16="http://schemas.microsoft.com/office/drawing/2014/main" id="{4A3FF2B0-64B5-414A-9F14-4C328738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5048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rPr>
              <a:t>⊙</a:t>
            </a:r>
          </a:p>
        </p:txBody>
      </p:sp>
      <p:sp>
        <p:nvSpPr>
          <p:cNvPr id="167" name="167-F">
            <a:extLst xmlns:a="http://schemas.openxmlformats.org/drawingml/2006/main">
              <a:ext uri="{FF2B5EF4-FFF2-40B4-BE49-F238E27FC236}">
                <a16:creationId xmlns:a16="http://schemas.microsoft.com/office/drawing/2014/main" id="{548E4261-3AC0-429B-85F2-DE97FDEF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44300" y="4191000"/>
            <a:ext cx="178594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168" name="168-a">
            <a:extLst xmlns:a="http://schemas.openxmlformats.org/drawingml/2006/main">
              <a:ext uri="{FF2B5EF4-FFF2-40B4-BE49-F238E27FC236}">
                <a16:creationId xmlns:a16="http://schemas.microsoft.com/office/drawing/2014/main" id="{37AA498F-A6CA-47CD-8EFC-73365D3B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1463" y="4345781"/>
            <a:ext cx="14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19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219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219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a</a:t>
            </a:r>
          </a:p>
        </p:txBody>
      </p:sp>
      <p:sp>
        <p:nvSpPr>
          <p:cNvPr id="169" name="169-γ">
            <a:extLst xmlns:a="http://schemas.openxmlformats.org/drawingml/2006/main">
              <a:ext uri="{FF2B5EF4-FFF2-40B4-BE49-F238E27FC236}">
                <a16:creationId xmlns:a16="http://schemas.microsoft.com/office/drawing/2014/main" id="{128EB817-656F-4C78-AAB8-2D02E12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5953125"/>
            <a:ext cx="381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rPr>
              <a:t>γ</a:t>
            </a:r>
          </a:p>
        </p:txBody>
      </p:sp>
      <p:sp>
        <p:nvSpPr>
          <p:cNvPr id="170" name="170-γ = 0 initially">
            <a:extLst xmlns:a="http://schemas.openxmlformats.org/drawingml/2006/main">
              <a:ext uri="{FF2B5EF4-FFF2-40B4-BE49-F238E27FC236}">
                <a16:creationId xmlns:a16="http://schemas.microsoft.com/office/drawing/2014/main" id="{E10E7EF0-E62F-4F4B-B0D7-7A507BEC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0" y="63531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5C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85C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585C51"/>
                </a:solidFill>
                <a:latin typeface="Times New Roman"/>
                <a:ea typeface="Times New Roman"/>
                <a:cs typeface="Times New Roman"/>
              </a:rPr>
              <a:t>γ = 0 initially</a:t>
            </a:r>
          </a:p>
        </p:txBody>
      </p:sp>
      <p:sp>
        <p:nvSpPr>
          <p:cNvPr id="171" name="171-operator +">
            <a:extLst xmlns:a="http://schemas.openxmlformats.org/drawingml/2006/main">
              <a:ext uri="{FF2B5EF4-FFF2-40B4-BE49-F238E27FC236}">
                <a16:creationId xmlns:a16="http://schemas.microsoft.com/office/drawing/2014/main" id="{506DFA52-C283-43C9-84A6-575F0600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572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9"/>
          </a:solidFill>
          <a:ln xmlns:a="http://schemas.openxmlformats.org/drawingml/2006/main" w="16193">
            <a:solidFill>
              <a:srgbClr val="E07077"/>
            </a:solidFill>
          </a:ln>
        </p:spPr>
      </p:sp>
      <p:sp>
        <p:nvSpPr>
          <p:cNvPr id="172" name="172-+">
            <a:extLst xmlns:a="http://schemas.openxmlformats.org/drawingml/2006/main">
              <a:ext uri="{FF2B5EF4-FFF2-40B4-BE49-F238E27FC236}">
                <a16:creationId xmlns:a16="http://schemas.microsoft.com/office/drawing/2014/main" id="{9144A344-6501-4FDC-BC7A-E1B0813D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6572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173" name="173-Fₐ′">
            <a:extLst xmlns:a="http://schemas.openxmlformats.org/drawingml/2006/main">
              <a:ext uri="{FF2B5EF4-FFF2-40B4-BE49-F238E27FC236}">
                <a16:creationId xmlns:a16="http://schemas.microsoft.com/office/drawing/2014/main" id="{B34431FD-660F-48E0-B5F2-515A1A4D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375" y="64008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Fₐ′</a:t>
            </a:r>
          </a:p>
        </p:txBody>
      </p:sp>
      <p:sp>
        <p:nvSpPr>
          <p:cNvPr id="174" name="174-region">
            <a:extLst xmlns:a="http://schemas.openxmlformats.org/drawingml/2006/main">
              <a:ext uri="{FF2B5EF4-FFF2-40B4-BE49-F238E27FC236}">
                <a16:creationId xmlns:a16="http://schemas.microsoft.com/office/drawing/2014/main" id="{11EF336F-3FF3-4215-B85A-272E5E33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381750"/>
            <a:ext cx="523875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8B4D9"/>
          </a:solidFill>
          <a:ln xmlns:a="http://schemas.openxmlformats.org/drawingml/2006/main" w="11906">
            <a:solidFill>
              <a:srgbClr val="98649D"/>
            </a:solidFill>
            <a:prstDash val="solid"/>
          </a:ln>
        </p:spPr>
      </p:sp>
      <p:sp>
        <p:nvSpPr>
          <p:cNvPr id="175" name="175-Concat">
            <a:extLst xmlns:a="http://schemas.openxmlformats.org/drawingml/2006/main">
              <a:ext uri="{FF2B5EF4-FFF2-40B4-BE49-F238E27FC236}">
                <a16:creationId xmlns:a16="http://schemas.microsoft.com/office/drawing/2014/main" id="{89EC06F7-7AC9-4AB6-BE4D-10446A6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3311188" y="6672263"/>
            <a:ext cx="95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Concat</a:t>
            </a:r>
          </a:p>
        </p:txBody>
      </p:sp>
      <p:sp>
        <p:nvSpPr>
          <p:cNvPr id="176" name="176-plane">
            <a:extLst xmlns:a="http://schemas.openxmlformats.org/drawingml/2006/main">
              <a:ext uri="{FF2B5EF4-FFF2-40B4-BE49-F238E27FC236}">
                <a16:creationId xmlns:a16="http://schemas.microsoft.com/office/drawing/2014/main" id="{A8AE0999-B73D-4BC5-A93B-318D33FF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6515100"/>
            <a:ext cx="333375" cy="666750"/>
          </a:xfrm>
          <a:custGeom xmlns:a="http://schemas.openxmlformats.org/drawingml/2006/main">
            <a:pathLst>
              <a:path w="333375" h="666750">
                <a:moveTo>
                  <a:pt x="0" y="152400"/>
                </a:moveTo>
                <a:lnTo>
                  <a:pt x="333375" y="0"/>
                </a:lnTo>
                <a:lnTo>
                  <a:pt x="333375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177" name="177-flow">
            <a:extLst xmlns:a="http://schemas.openxmlformats.org/drawingml/2006/main">
              <a:ext uri="{FF2B5EF4-FFF2-40B4-BE49-F238E27FC236}">
                <a16:creationId xmlns:a16="http://schemas.microsoft.com/office/drawing/2014/main" id="{E6C578D9-CDE3-4F0A-806F-F03916B3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670560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78" name="178-plane">
            <a:extLst xmlns:a="http://schemas.openxmlformats.org/drawingml/2006/main">
              <a:ext uri="{FF2B5EF4-FFF2-40B4-BE49-F238E27FC236}">
                <a16:creationId xmlns:a16="http://schemas.microsoft.com/office/drawing/2014/main" id="{21C3AA3B-6292-4F67-A237-FCA43438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9900" y="6543675"/>
            <a:ext cx="333375" cy="666750"/>
          </a:xfrm>
          <a:custGeom xmlns:a="http://schemas.openxmlformats.org/drawingml/2006/main">
            <a:pathLst>
              <a:path w="333375" h="666750">
                <a:moveTo>
                  <a:pt x="0" y="152400"/>
                </a:moveTo>
                <a:lnTo>
                  <a:pt x="333375" y="0"/>
                </a:lnTo>
                <a:lnTo>
                  <a:pt x="333375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179" name="179-flow">
            <a:extLst xmlns:a="http://schemas.openxmlformats.org/drawingml/2006/main">
              <a:ext uri="{FF2B5EF4-FFF2-40B4-BE49-F238E27FC236}">
                <a16:creationId xmlns:a16="http://schemas.microsoft.com/office/drawing/2014/main" id="{E87BAE90-BAD7-49BA-A9C8-2133D404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6734175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80" name="180-plane">
            <a:extLst xmlns:a="http://schemas.openxmlformats.org/drawingml/2006/main">
              <a:ext uri="{FF2B5EF4-FFF2-40B4-BE49-F238E27FC236}">
                <a16:creationId xmlns:a16="http://schemas.microsoft.com/office/drawing/2014/main" id="{1599C893-8616-430A-BC2C-7D49E441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572250"/>
            <a:ext cx="333375" cy="666750"/>
          </a:xfrm>
          <a:custGeom xmlns:a="http://schemas.openxmlformats.org/drawingml/2006/main">
            <a:pathLst>
              <a:path w="333375" h="666750">
                <a:moveTo>
                  <a:pt x="0" y="152400"/>
                </a:moveTo>
                <a:lnTo>
                  <a:pt x="333375" y="0"/>
                </a:lnTo>
                <a:lnTo>
                  <a:pt x="333375" y="514350"/>
                </a:lnTo>
                <a:lnTo>
                  <a:pt x="0" y="66675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181" name="181-flow">
            <a:extLst xmlns:a="http://schemas.openxmlformats.org/drawingml/2006/main">
              <a:ext uri="{FF2B5EF4-FFF2-40B4-BE49-F238E27FC236}">
                <a16:creationId xmlns:a16="http://schemas.microsoft.com/office/drawing/2014/main" id="{C3803AFD-CEE6-4087-ACD3-2F1CD2D2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6762750"/>
            <a:ext cx="9525" cy="438150"/>
          </a:xfrm>
          <a:custGeom xmlns:a="http://schemas.openxmlformats.org/drawingml/2006/main">
            <a:pathLst>
              <a:path w="9525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82" name="182-F′">
            <a:extLst xmlns:a="http://schemas.openxmlformats.org/drawingml/2006/main">
              <a:ext uri="{FF2B5EF4-FFF2-40B4-BE49-F238E27FC236}">
                <a16:creationId xmlns:a16="http://schemas.microsoft.com/office/drawing/2014/main" id="{A5376FB3-0D35-4417-AEAC-EFEC0249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0" y="72580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F′</a:t>
            </a:r>
          </a:p>
        </p:txBody>
      </p:sp>
      <p:sp>
        <p:nvSpPr>
          <p:cNvPr id="183" name="183-F">
            <a:extLst xmlns:a="http://schemas.openxmlformats.org/drawingml/2006/main">
              <a:ext uri="{FF2B5EF4-FFF2-40B4-BE49-F238E27FC236}">
                <a16:creationId xmlns:a16="http://schemas.microsoft.com/office/drawing/2014/main" id="{BDE5446C-20A6-45F4-9C28-CCCED5E4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6905625"/>
            <a:ext cx="17145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184" name="184-b">
            <a:extLst xmlns:a="http://schemas.openxmlformats.org/drawingml/2006/main">
              <a:ext uri="{FF2B5EF4-FFF2-40B4-BE49-F238E27FC236}">
                <a16:creationId xmlns:a16="http://schemas.microsoft.com/office/drawing/2014/main" id="{54E670CE-695B-45AF-B0C4-263C8057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0376" y="7054215"/>
            <a:ext cx="137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7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17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17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sp>
        <p:nvSpPr>
          <p:cNvPr id="185" name="185-Unchanged channels">
            <a:extLst xmlns:a="http://schemas.openxmlformats.org/drawingml/2006/main">
              <a:ext uri="{FF2B5EF4-FFF2-40B4-BE49-F238E27FC236}">
                <a16:creationId xmlns:a16="http://schemas.microsoft.com/office/drawing/2014/main" id="{C82994A0-09B7-4D91-B8EF-28CD41FE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6896100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Unchanged channels</a:t>
            </a:r>
          </a:p>
        </p:txBody>
      </p:sp>
      <p:sp>
        <p:nvSpPr>
          <p:cNvPr id="186" name="186-Fₐ′ = Fₐ + γ ⊙ Fₐ ⊙ A">
            <a:extLst xmlns:a="http://schemas.openxmlformats.org/drawingml/2006/main">
              <a:ext uri="{FF2B5EF4-FFF2-40B4-BE49-F238E27FC236}">
                <a16:creationId xmlns:a16="http://schemas.microsoft.com/office/drawing/2014/main" id="{553D5772-8581-48EE-A8B8-DE9874F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" y="76009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Fₐ′ = Fₐ + γ ⊙ Fₐ ⊙ A</a:t>
            </a:r>
          </a:p>
        </p:txBody>
      </p:sp>
      <p:sp>
        <p:nvSpPr>
          <p:cNvPr id="187" name="187-q = max(1, ⌊c / 4⌋)">
            <a:extLst xmlns:a="http://schemas.openxmlformats.org/drawingml/2006/main">
              <a:ext uri="{FF2B5EF4-FFF2-40B4-BE49-F238E27FC236}">
                <a16:creationId xmlns:a16="http://schemas.microsoft.com/office/drawing/2014/main" id="{E537AA6B-BE8D-4415-8694-5740775C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76009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q = max(1, ⌊c / 4⌋)</a:t>
            </a:r>
          </a:p>
        </p:txBody>
      </p:sp>
      <p:sp>
        <p:nvSpPr>
          <p:cNvPr id="188" name="188-region">
            <a:extLst xmlns:a="http://schemas.openxmlformats.org/drawingml/2006/main">
              <a:ext uri="{FF2B5EF4-FFF2-40B4-BE49-F238E27FC236}">
                <a16:creationId xmlns:a16="http://schemas.microsoft.com/office/drawing/2014/main" id="{B84B04AD-EA16-4615-BACF-ADB71BE6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943850"/>
            <a:ext cx="1457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189-plane">
            <a:extLst xmlns:a="http://schemas.openxmlformats.org/drawingml/2006/main">
              <a:ext uri="{FF2B5EF4-FFF2-40B4-BE49-F238E27FC236}">
                <a16:creationId xmlns:a16="http://schemas.microsoft.com/office/drawing/2014/main" id="{244970D8-403A-4A4D-B46C-958C8E16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058150"/>
            <a:ext cx="152400" cy="238125"/>
          </a:xfrm>
          <a:custGeom xmlns:a="http://schemas.openxmlformats.org/drawingml/2006/main">
            <a:pathLst>
              <a:path w="152400" h="238125">
                <a:moveTo>
                  <a:pt x="0" y="79375"/>
                </a:moveTo>
                <a:lnTo>
                  <a:pt x="152400" y="0"/>
                </a:lnTo>
                <a:lnTo>
                  <a:pt x="152400" y="1587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C7DFAB"/>
          </a:solidFill>
          <a:ln xmlns:a="http://schemas.openxmlformats.org/drawingml/2006/main" w="8573">
            <a:solidFill>
              <a:srgbClr val="759B4E"/>
            </a:solidFill>
          </a:ln>
        </p:spPr>
      </p:sp>
      <p:sp>
        <p:nvSpPr>
          <p:cNvPr id="190" name="190-flow">
            <a:extLst xmlns:a="http://schemas.openxmlformats.org/drawingml/2006/main">
              <a:ext uri="{FF2B5EF4-FFF2-40B4-BE49-F238E27FC236}">
                <a16:creationId xmlns:a16="http://schemas.microsoft.com/office/drawing/2014/main" id="{683543A4-8687-4CB8-864C-9D52FF5C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75625"/>
            <a:ext cx="9525" cy="82550"/>
          </a:xfrm>
          <a:custGeom xmlns:a="http://schemas.openxmlformats.org/drawingml/2006/main">
            <a:pathLst>
              <a:path w="9525" h="82550">
                <a:moveTo>
                  <a:pt x="0" y="0"/>
                </a:moveTo>
                <a:lnTo>
                  <a:pt x="0" y="825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91" name="191-plane">
            <a:extLst xmlns:a="http://schemas.openxmlformats.org/drawingml/2006/main">
              <a:ext uri="{FF2B5EF4-FFF2-40B4-BE49-F238E27FC236}">
                <a16:creationId xmlns:a16="http://schemas.microsoft.com/office/drawing/2014/main" id="{019CC6F4-7473-4B56-B8FF-0DF4A5A4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8086725"/>
            <a:ext cx="152400" cy="238125"/>
          </a:xfrm>
          <a:custGeom xmlns:a="http://schemas.openxmlformats.org/drawingml/2006/main">
            <a:pathLst>
              <a:path w="152400" h="238125">
                <a:moveTo>
                  <a:pt x="0" y="79375"/>
                </a:moveTo>
                <a:lnTo>
                  <a:pt x="152400" y="0"/>
                </a:lnTo>
                <a:lnTo>
                  <a:pt x="152400" y="1587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C7DFAB"/>
          </a:solidFill>
          <a:ln xmlns:a="http://schemas.openxmlformats.org/drawingml/2006/main" w="8573">
            <a:solidFill>
              <a:srgbClr val="759B4E"/>
            </a:solidFill>
          </a:ln>
        </p:spPr>
      </p:sp>
      <p:sp>
        <p:nvSpPr>
          <p:cNvPr id="192" name="192-flow">
            <a:extLst xmlns:a="http://schemas.openxmlformats.org/drawingml/2006/main">
              <a:ext uri="{FF2B5EF4-FFF2-40B4-BE49-F238E27FC236}">
                <a16:creationId xmlns:a16="http://schemas.microsoft.com/office/drawing/2014/main" id="{7CB52003-D15C-4E91-81BA-D6333733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04200"/>
            <a:ext cx="9525" cy="82550"/>
          </a:xfrm>
          <a:custGeom xmlns:a="http://schemas.openxmlformats.org/drawingml/2006/main">
            <a:pathLst>
              <a:path w="9525" h="82550">
                <a:moveTo>
                  <a:pt x="0" y="0"/>
                </a:moveTo>
                <a:lnTo>
                  <a:pt x="0" y="825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93" name="193-plane">
            <a:extLst xmlns:a="http://schemas.openxmlformats.org/drawingml/2006/main">
              <a:ext uri="{FF2B5EF4-FFF2-40B4-BE49-F238E27FC236}">
                <a16:creationId xmlns:a16="http://schemas.microsoft.com/office/drawing/2014/main" id="{0A83A9E2-159E-4530-AD31-006D0978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8115300"/>
            <a:ext cx="152400" cy="238125"/>
          </a:xfrm>
          <a:custGeom xmlns:a="http://schemas.openxmlformats.org/drawingml/2006/main">
            <a:pathLst>
              <a:path w="152400" h="238125">
                <a:moveTo>
                  <a:pt x="0" y="79375"/>
                </a:moveTo>
                <a:lnTo>
                  <a:pt x="152400" y="0"/>
                </a:lnTo>
                <a:lnTo>
                  <a:pt x="152400" y="158750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C7DFAB"/>
          </a:solidFill>
          <a:ln xmlns:a="http://schemas.openxmlformats.org/drawingml/2006/main" w="8573">
            <a:solidFill>
              <a:srgbClr val="759B4E"/>
            </a:solidFill>
          </a:ln>
        </p:spPr>
      </p:sp>
      <p:sp>
        <p:nvSpPr>
          <p:cNvPr id="194" name="194-flow">
            <a:extLst xmlns:a="http://schemas.openxmlformats.org/drawingml/2006/main">
              <a:ext uri="{FF2B5EF4-FFF2-40B4-BE49-F238E27FC236}">
                <a16:creationId xmlns:a16="http://schemas.microsoft.com/office/drawing/2014/main" id="{CEEFA8C4-A56B-4275-A10F-F90738E7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32775"/>
            <a:ext cx="9525" cy="82550"/>
          </a:xfrm>
          <a:custGeom xmlns:a="http://schemas.openxmlformats.org/drawingml/2006/main">
            <a:pathLst>
              <a:path w="9525" h="82550">
                <a:moveTo>
                  <a:pt x="0" y="0"/>
                </a:moveTo>
                <a:lnTo>
                  <a:pt x="0" y="825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95" name="195-Feature tensor">
            <a:extLst xmlns:a="http://schemas.openxmlformats.org/drawingml/2006/main">
              <a:ext uri="{FF2B5EF4-FFF2-40B4-BE49-F238E27FC236}">
                <a16:creationId xmlns:a16="http://schemas.microsoft.com/office/drawing/2014/main" id="{0277A253-A3DC-45AE-8FC4-90DA3722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80581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Feature tensor</a:t>
            </a:r>
          </a:p>
        </p:txBody>
      </p:sp>
      <p:sp>
        <p:nvSpPr>
          <p:cNvPr id="196" name="196-operator +">
            <a:extLst xmlns:a="http://schemas.openxmlformats.org/drawingml/2006/main">
              <a:ext uri="{FF2B5EF4-FFF2-40B4-BE49-F238E27FC236}">
                <a16:creationId xmlns:a16="http://schemas.microsoft.com/office/drawing/2014/main" id="{972EBA60-EE4B-410D-890C-11EE6ABE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811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9"/>
          </a:solidFill>
          <a:ln xmlns:a="http://schemas.openxmlformats.org/drawingml/2006/main" w="16193">
            <a:solidFill>
              <a:srgbClr val="252524"/>
            </a:solidFill>
          </a:ln>
        </p:spPr>
      </p:sp>
      <p:sp>
        <p:nvSpPr>
          <p:cNvPr id="197" name="197-+">
            <a:extLst xmlns:a="http://schemas.openxmlformats.org/drawingml/2006/main">
              <a:ext uri="{FF2B5EF4-FFF2-40B4-BE49-F238E27FC236}">
                <a16:creationId xmlns:a16="http://schemas.microsoft.com/office/drawing/2014/main" id="{A154E603-645B-4CD9-9F57-D4A06B28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9900" y="8115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198" name="198-Add">
            <a:extLst xmlns:a="http://schemas.openxmlformats.org/drawingml/2006/main">
              <a:ext uri="{FF2B5EF4-FFF2-40B4-BE49-F238E27FC236}">
                <a16:creationId xmlns:a16="http://schemas.microsoft.com/office/drawing/2014/main" id="{698A39C9-DD1E-4D1B-8DB6-32AD1E72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80581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Add</a:t>
            </a:r>
          </a:p>
        </p:txBody>
      </p:sp>
      <p:sp>
        <p:nvSpPr>
          <p:cNvPr id="199" name="199-operator ⊙">
            <a:extLst xmlns:a="http://schemas.openxmlformats.org/drawingml/2006/main">
              <a:ext uri="{FF2B5EF4-FFF2-40B4-BE49-F238E27FC236}">
                <a16:creationId xmlns:a16="http://schemas.microsoft.com/office/drawing/2014/main" id="{A2F4A69C-18CD-4F25-AE65-FEF58C5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811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9"/>
          </a:solidFill>
          <a:ln xmlns:a="http://schemas.openxmlformats.org/drawingml/2006/main" w="16193">
            <a:solidFill>
              <a:srgbClr val="252524"/>
            </a:solidFill>
          </a:ln>
        </p:spPr>
      </p:sp>
      <p:sp>
        <p:nvSpPr>
          <p:cNvPr id="200" name="200-⊙">
            <a:extLst xmlns:a="http://schemas.openxmlformats.org/drawingml/2006/main">
              <a:ext uri="{FF2B5EF4-FFF2-40B4-BE49-F238E27FC236}">
                <a16:creationId xmlns:a16="http://schemas.microsoft.com/office/drawing/2014/main" id="{0F333DE5-88A7-4A44-8F7A-9F5474EC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8115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⊙</a:t>
            </a:r>
          </a:p>
        </p:txBody>
      </p:sp>
      <p:sp>
        <p:nvSpPr>
          <p:cNvPr id="201" name="201-Multiply">
            <a:extLst xmlns:a="http://schemas.openxmlformats.org/drawingml/2006/main">
              <a:ext uri="{FF2B5EF4-FFF2-40B4-BE49-F238E27FC236}">
                <a16:creationId xmlns:a16="http://schemas.microsoft.com/office/drawing/2014/main" id="{02F096E3-7618-4D75-9296-81A9B146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805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Multiply</a:t>
            </a:r>
          </a:p>
        </p:txBody>
      </p:sp>
      <p:sp>
        <p:nvSpPr>
          <p:cNvPr id="202" name="202-operator C">
            <a:extLst xmlns:a="http://schemas.openxmlformats.org/drawingml/2006/main">
              <a:ext uri="{FF2B5EF4-FFF2-40B4-BE49-F238E27FC236}">
                <a16:creationId xmlns:a16="http://schemas.microsoft.com/office/drawing/2014/main" id="{2FC9CBFE-9B86-4973-87C0-D0D89A1B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8115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9"/>
          </a:solidFill>
          <a:ln xmlns:a="http://schemas.openxmlformats.org/drawingml/2006/main" w="16193">
            <a:solidFill>
              <a:srgbClr val="252524"/>
            </a:solidFill>
          </a:ln>
        </p:spPr>
      </p:sp>
      <p:sp>
        <p:nvSpPr>
          <p:cNvPr id="203" name="203-C">
            <a:extLst xmlns:a="http://schemas.openxmlformats.org/drawingml/2006/main">
              <a:ext uri="{FF2B5EF4-FFF2-40B4-BE49-F238E27FC236}">
                <a16:creationId xmlns:a16="http://schemas.microsoft.com/office/drawing/2014/main" id="{C798F2D6-492C-47CF-B1EE-0578752B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0775" y="8115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C</a:t>
            </a:r>
          </a:p>
        </p:txBody>
      </p:sp>
      <p:sp>
        <p:nvSpPr>
          <p:cNvPr id="204" name="204-Concat">
            <a:extLst xmlns:a="http://schemas.openxmlformats.org/drawingml/2006/main">
              <a:ext uri="{FF2B5EF4-FFF2-40B4-BE49-F238E27FC236}">
                <a16:creationId xmlns:a16="http://schemas.microsoft.com/office/drawing/2014/main" id="{DABA3A29-8458-479E-8CF1-23226A1C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8058150"/>
            <a:ext cx="1095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Concat</a:t>
            </a:r>
          </a:p>
        </p:txBody>
      </p:sp>
      <p:sp>
        <p:nvSpPr>
          <p:cNvPr id="205" name="205-flow">
            <a:extLst xmlns:a="http://schemas.openxmlformats.org/drawingml/2006/main">
              <a:ext uri="{FF2B5EF4-FFF2-40B4-BE49-F238E27FC236}">
                <a16:creationId xmlns:a16="http://schemas.microsoft.com/office/drawing/2014/main" id="{7EB76719-EF59-4844-A32A-EF7DF578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248650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206" name="206-plane">
            <a:extLst xmlns:a="http://schemas.openxmlformats.org/drawingml/2006/main">
              <a:ext uri="{FF2B5EF4-FFF2-40B4-BE49-F238E27FC236}">
                <a16:creationId xmlns:a16="http://schemas.microsoft.com/office/drawing/2014/main" id="{9A2457AE-70E5-4DEA-9FE2-8F8F7E3E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213408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207" name="207-Context / gate">
            <a:extLst xmlns:a="http://schemas.openxmlformats.org/drawingml/2006/main">
              <a:ext uri="{FF2B5EF4-FFF2-40B4-BE49-F238E27FC236}">
                <a16:creationId xmlns:a16="http://schemas.microsoft.com/office/drawing/2014/main" id="{841BFC2C-E72D-46D8-A22D-CB76400E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8058150"/>
            <a:ext cx="166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Context / gate</a:t>
            </a:r>
          </a:p>
        </p:txBody>
      </p:sp>
      <p:sp>
        <p:nvSpPr>
          <p:cNvPr id="208" name="208-flow">
            <a:extLst xmlns:a="http://schemas.openxmlformats.org/drawingml/2006/main">
              <a:ext uri="{FF2B5EF4-FFF2-40B4-BE49-F238E27FC236}">
                <a16:creationId xmlns:a16="http://schemas.microsoft.com/office/drawing/2014/main" id="{8F6A31EC-D8D8-440A-867E-C499BCFF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248650"/>
            <a:ext cx="571500" cy="9525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209" name="209-plane">
            <a:extLst xmlns:a="http://schemas.openxmlformats.org/drawingml/2006/main">
              <a:ext uri="{FF2B5EF4-FFF2-40B4-BE49-F238E27FC236}">
                <a16:creationId xmlns:a16="http://schemas.microsoft.com/office/drawing/2014/main" id="{0C5074E4-6477-45F4-A48A-74FBB432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8213408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210" name="210-Feature path">
            <a:extLst xmlns:a="http://schemas.openxmlformats.org/drawingml/2006/main">
              <a:ext uri="{FF2B5EF4-FFF2-40B4-BE49-F238E27FC236}">
                <a16:creationId xmlns:a16="http://schemas.microsoft.com/office/drawing/2014/main" id="{AC92E716-F4FE-4069-B686-7E90CDD3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80581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Feature path</a:t>
            </a:r>
          </a:p>
        </p:txBody>
      </p:sp>
    </p:spTree>
    <p:extLst>
      <p:ext uri="{BB962C8B-B14F-4D97-AF65-F5344CB8AC3E}">
        <p14:creationId xmlns:p14="http://schemas.microsoft.com/office/powerpoint/2010/main" val="1461603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211-Gated Interpolation Upsampling (GIU)">
            <a:extLst xmlns:a="http://schemas.openxmlformats.org/drawingml/2006/main">
              <a:ext uri="{FF2B5EF4-FFF2-40B4-BE49-F238E27FC236}">
                <a16:creationId xmlns:a16="http://schemas.microsoft.com/office/drawing/2014/main" id="{20D2F4A1-1B6B-4283-ABEE-D3AC9627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" y="95250"/>
            <a:ext cx="1476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Gated Interpolation Upsampling (GIU)</a:t>
            </a:r>
          </a:p>
        </p:txBody>
      </p:sp>
      <p:sp>
        <p:nvSpPr>
          <p:cNvPr id="2" name="212-region">
            <a:extLst xmlns:a="http://schemas.openxmlformats.org/drawingml/2006/main">
              <a:ext uri="{FF2B5EF4-FFF2-40B4-BE49-F238E27FC236}">
                <a16:creationId xmlns:a16="http://schemas.microsoft.com/office/drawing/2014/main" id="{153BD5F1-D7BF-428E-8C3D-B47CE7E5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52450"/>
            <a:ext cx="14763750" cy="6838950"/>
          </a:xfrm>
          <a:prstGeom xmlns:a="http://schemas.openxmlformats.org/drawingml/2006/main" prst="roundRect">
            <a:avLst>
              <a:gd name="adj" fmla="val 2786"/>
            </a:avLst>
          </a:prstGeom>
          <a:solidFill xmlns:a="http://schemas.openxmlformats.org/drawingml/2006/main">
            <a:srgbClr val="EDF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213-Content-dependent Reconstruction in the Top-down Feature Pyramid">
            <a:extLst xmlns:a="http://schemas.openxmlformats.org/drawingml/2006/main">
              <a:ext uri="{FF2B5EF4-FFF2-40B4-BE49-F238E27FC236}">
                <a16:creationId xmlns:a16="http://schemas.microsoft.com/office/drawing/2014/main" id="{5F201B61-D79A-4FB0-8575-B59FE276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666750"/>
            <a:ext cx="1428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Content-dependent Reconstruction in the Top-down Feature Pyramid</a:t>
            </a:r>
          </a:p>
        </p:txBody>
      </p:sp>
      <p:sp>
        <p:nvSpPr>
          <p:cNvPr id="4" name="214-region">
            <a:extLst xmlns:a="http://schemas.openxmlformats.org/drawingml/2006/main">
              <a:ext uri="{FF2B5EF4-FFF2-40B4-BE49-F238E27FC236}">
                <a16:creationId xmlns:a16="http://schemas.microsoft.com/office/drawing/2014/main" id="{916B43B3-6D8F-458E-8A8D-1CE72CE1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76375"/>
            <a:ext cx="9001125" cy="1905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8F3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215-region">
            <a:extLst xmlns:a="http://schemas.openxmlformats.org/drawingml/2006/main">
              <a:ext uri="{FF2B5EF4-FFF2-40B4-BE49-F238E27FC236}">
                <a16:creationId xmlns:a16="http://schemas.microsoft.com/office/drawing/2014/main" id="{F5105779-F923-46B5-B8B6-7FD18CE7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76875"/>
            <a:ext cx="9001125" cy="18097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A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216-region">
            <a:extLst xmlns:a="http://schemas.openxmlformats.org/drawingml/2006/main">
              <a:ext uri="{FF2B5EF4-FFF2-40B4-BE49-F238E27FC236}">
                <a16:creationId xmlns:a16="http://schemas.microsoft.com/office/drawing/2014/main" id="{F13160EA-00D7-40BA-AA8D-AD97AD89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67125"/>
            <a:ext cx="7572375" cy="17145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217-flow">
            <a:extLst xmlns:a="http://schemas.openxmlformats.org/drawingml/2006/main">
              <a:ext uri="{FF2B5EF4-FFF2-40B4-BE49-F238E27FC236}">
                <a16:creationId xmlns:a16="http://schemas.microsoft.com/office/drawing/2014/main" id="{1BBEF48C-44E3-446D-895E-5D559C61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29125"/>
            <a:ext cx="685800" cy="9525"/>
          </a:xfrm>
          <a:custGeom xmlns:a="http://schemas.openxmlformats.org/drawingml/2006/main"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8" name="218-flow">
            <a:extLst xmlns:a="http://schemas.openxmlformats.org/drawingml/2006/main">
              <a:ext uri="{FF2B5EF4-FFF2-40B4-BE49-F238E27FC236}">
                <a16:creationId xmlns:a16="http://schemas.microsoft.com/office/drawing/2014/main" id="{5F12BDFF-7943-49F0-977A-9D5A4E23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24125"/>
            <a:ext cx="952500" cy="1905000"/>
          </a:xfrm>
          <a:custGeom xmlns:a="http://schemas.openxmlformats.org/drawingml/2006/main">
            <a:pathLst>
              <a:path w="952500" h="1905000">
                <a:moveTo>
                  <a:pt x="0" y="1905000"/>
                </a:moveTo>
                <a:lnTo>
                  <a:pt x="0" y="0"/>
                </a:ln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9" name="219-plane">
            <a:extLst xmlns:a="http://schemas.openxmlformats.org/drawingml/2006/main">
              <a:ext uri="{FF2B5EF4-FFF2-40B4-BE49-F238E27FC236}">
                <a16:creationId xmlns:a16="http://schemas.microsoft.com/office/drawing/2014/main" id="{227931D3-1A87-4209-8BFD-1922E9D1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88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0" name="220-flow">
            <a:extLst xmlns:a="http://schemas.openxmlformats.org/drawingml/2006/main">
              <a:ext uri="{FF2B5EF4-FFF2-40B4-BE49-F238E27FC236}">
                <a16:creationId xmlns:a16="http://schemas.microsoft.com/office/drawing/2014/main" id="{3E207330-C06C-4FC8-916C-B0DF38E6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11" name="221-plane">
            <a:extLst xmlns:a="http://schemas.openxmlformats.org/drawingml/2006/main">
              <a:ext uri="{FF2B5EF4-FFF2-40B4-BE49-F238E27FC236}">
                <a16:creationId xmlns:a16="http://schemas.microsoft.com/office/drawing/2014/main" id="{426223B2-99E1-4286-9157-3ADCA1D9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93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12" name="222-flow">
            <a:extLst xmlns:a="http://schemas.openxmlformats.org/drawingml/2006/main">
              <a:ext uri="{FF2B5EF4-FFF2-40B4-BE49-F238E27FC236}">
                <a16:creationId xmlns:a16="http://schemas.microsoft.com/office/drawing/2014/main" id="{72BB0CD4-2277-4C6F-8CEA-7D8D8818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952500" cy="1905000"/>
          </a:xfrm>
          <a:custGeom xmlns:a="http://schemas.openxmlformats.org/drawingml/2006/main">
            <a:pathLst>
              <a:path w="952500" h="1905000">
                <a:moveTo>
                  <a:pt x="0" y="0"/>
                </a:moveTo>
                <a:lnTo>
                  <a:pt x="0" y="1905000"/>
                </a:lnTo>
                <a:lnTo>
                  <a:pt x="952500" y="19050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13" name="223-plane">
            <a:extLst xmlns:a="http://schemas.openxmlformats.org/drawingml/2006/main">
              <a:ext uri="{FF2B5EF4-FFF2-40B4-BE49-F238E27FC236}">
                <a16:creationId xmlns:a16="http://schemas.microsoft.com/office/drawing/2014/main" id="{6B1FEFF5-AF4B-4E19-886F-193B292E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298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4" name="224-junction">
            <a:extLst xmlns:a="http://schemas.openxmlformats.org/drawingml/2006/main">
              <a:ext uri="{FF2B5EF4-FFF2-40B4-BE49-F238E27FC236}">
                <a16:creationId xmlns:a16="http://schemas.microsoft.com/office/drawing/2014/main" id="{432051B1-CD80-479F-9E84-FDC9AE33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400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5" name="225-flow">
            <a:extLst xmlns:a="http://schemas.openxmlformats.org/drawingml/2006/main">
              <a:ext uri="{FF2B5EF4-FFF2-40B4-BE49-F238E27FC236}">
                <a16:creationId xmlns:a16="http://schemas.microsoft.com/office/drawing/2014/main" id="{5EA4D13D-1802-4A73-883D-ED494BC8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16" name="226-plane">
            <a:extLst xmlns:a="http://schemas.openxmlformats.org/drawingml/2006/main">
              <a:ext uri="{FF2B5EF4-FFF2-40B4-BE49-F238E27FC236}">
                <a16:creationId xmlns:a16="http://schemas.microsoft.com/office/drawing/2014/main" id="{B50D23BF-4A43-4AD3-8F36-0E069189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88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7" name="227-flow">
            <a:extLst xmlns:a="http://schemas.openxmlformats.org/drawingml/2006/main">
              <a:ext uri="{FF2B5EF4-FFF2-40B4-BE49-F238E27FC236}">
                <a16:creationId xmlns:a16="http://schemas.microsoft.com/office/drawing/2014/main" id="{C12C2F65-C421-493F-963E-6AC8A06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24125"/>
            <a:ext cx="5238750" cy="9525"/>
          </a:xfrm>
          <a:custGeom xmlns:a="http://schemas.openxmlformats.org/drawingml/2006/main">
            <a:pathLst>
              <a:path w="5238750" h="9525">
                <a:moveTo>
                  <a:pt x="0" y="0"/>
                </a:moveTo>
                <a:lnTo>
                  <a:pt x="523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18" name="228-plane">
            <a:extLst xmlns:a="http://schemas.openxmlformats.org/drawingml/2006/main">
              <a:ext uri="{FF2B5EF4-FFF2-40B4-BE49-F238E27FC236}">
                <a16:creationId xmlns:a16="http://schemas.microsoft.com/office/drawing/2014/main" id="{79763DD3-B506-40E2-A3EE-B8CCD85B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488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19" name="229-flow">
            <a:extLst xmlns:a="http://schemas.openxmlformats.org/drawingml/2006/main">
              <a:ext uri="{FF2B5EF4-FFF2-40B4-BE49-F238E27FC236}">
                <a16:creationId xmlns:a16="http://schemas.microsoft.com/office/drawing/2014/main" id="{1F94D4EE-DE10-412F-AC14-36D17ADB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334125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F6F8B"/>
            </a:solidFill>
          </a:ln>
        </p:spPr>
      </p:sp>
      <p:sp>
        <p:nvSpPr>
          <p:cNvPr id="20" name="230-plane">
            <a:extLst xmlns:a="http://schemas.openxmlformats.org/drawingml/2006/main">
              <a:ext uri="{FF2B5EF4-FFF2-40B4-BE49-F238E27FC236}">
                <a16:creationId xmlns:a16="http://schemas.microsoft.com/office/drawing/2014/main" id="{8B81B25E-A3A1-49DB-9EB5-DD900D70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298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BF6F8B"/>
          </a:solidFill>
          <a:ln xmlns:a="http://schemas.openxmlformats.org/drawingml/2006/main" w="0">
            <a:noFill/>
          </a:ln>
        </p:spPr>
      </p:sp>
      <p:sp>
        <p:nvSpPr>
          <p:cNvPr id="21" name="231-flow">
            <a:extLst xmlns:a="http://schemas.openxmlformats.org/drawingml/2006/main">
              <a:ext uri="{FF2B5EF4-FFF2-40B4-BE49-F238E27FC236}">
                <a16:creationId xmlns:a16="http://schemas.microsoft.com/office/drawing/2014/main" id="{0982F089-5B8D-4B5C-82B7-87399CF6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334125"/>
            <a:ext cx="5238750" cy="9525"/>
          </a:xfrm>
          <a:custGeom xmlns:a="http://schemas.openxmlformats.org/drawingml/2006/main">
            <a:pathLst>
              <a:path w="5238750" h="9525">
                <a:moveTo>
                  <a:pt x="0" y="0"/>
                </a:moveTo>
                <a:lnTo>
                  <a:pt x="523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F6F8B"/>
            </a:solidFill>
          </a:ln>
        </p:spPr>
      </p:sp>
      <p:sp>
        <p:nvSpPr>
          <p:cNvPr id="22" name="232-plane">
            <a:extLst xmlns:a="http://schemas.openxmlformats.org/drawingml/2006/main">
              <a:ext uri="{FF2B5EF4-FFF2-40B4-BE49-F238E27FC236}">
                <a16:creationId xmlns:a16="http://schemas.microsoft.com/office/drawing/2014/main" id="{0D6CFC06-39E3-4DF7-9A5B-0DED7168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298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3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BF6F8B"/>
          </a:solidFill>
          <a:ln xmlns:a="http://schemas.openxmlformats.org/drawingml/2006/main" w="0">
            <a:noFill/>
          </a:ln>
        </p:spPr>
      </p:sp>
      <p:sp>
        <p:nvSpPr>
          <p:cNvPr id="23" name="233-flow">
            <a:extLst xmlns:a="http://schemas.openxmlformats.org/drawingml/2006/main">
              <a:ext uri="{FF2B5EF4-FFF2-40B4-BE49-F238E27FC236}">
                <a16:creationId xmlns:a16="http://schemas.microsoft.com/office/drawing/2014/main" id="{5B3B8D7D-63C3-435A-999D-B3ED65F9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1047750" cy="9525"/>
          </a:xfrm>
          <a:custGeom xmlns:a="http://schemas.openxmlformats.org/drawingml/2006/main"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24" name="234-plane">
            <a:extLst xmlns:a="http://schemas.openxmlformats.org/drawingml/2006/main">
              <a:ext uri="{FF2B5EF4-FFF2-40B4-BE49-F238E27FC236}">
                <a16:creationId xmlns:a16="http://schemas.microsoft.com/office/drawing/2014/main" id="{F411839B-4A2A-4B01-A26B-D4FE681F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93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25" name="235-flow">
            <a:extLst xmlns:a="http://schemas.openxmlformats.org/drawingml/2006/main">
              <a:ext uri="{FF2B5EF4-FFF2-40B4-BE49-F238E27FC236}">
                <a16:creationId xmlns:a16="http://schemas.microsoft.com/office/drawing/2014/main" id="{80A10BD5-F311-4354-867E-C6631B11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29125"/>
            <a:ext cx="714375" cy="9525"/>
          </a:xfrm>
          <a:custGeom xmlns:a="http://schemas.openxmlformats.org/drawingml/2006/main"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26" name="236-plane">
            <a:extLst xmlns:a="http://schemas.openxmlformats.org/drawingml/2006/main">
              <a:ext uri="{FF2B5EF4-FFF2-40B4-BE49-F238E27FC236}">
                <a16:creationId xmlns:a16="http://schemas.microsoft.com/office/drawing/2014/main" id="{CE5426E3-B5AD-4F31-B8C1-7D0D1E21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93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27" name="237-flow">
            <a:extLst xmlns:a="http://schemas.openxmlformats.org/drawingml/2006/main">
              <a:ext uri="{FF2B5EF4-FFF2-40B4-BE49-F238E27FC236}">
                <a16:creationId xmlns:a16="http://schemas.microsoft.com/office/drawing/2014/main" id="{5AC5F3F1-FF7C-437D-8249-5D8663D2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9125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28" name="238-plane">
            <a:extLst xmlns:a="http://schemas.openxmlformats.org/drawingml/2006/main">
              <a:ext uri="{FF2B5EF4-FFF2-40B4-BE49-F238E27FC236}">
                <a16:creationId xmlns:a16="http://schemas.microsoft.com/office/drawing/2014/main" id="{EE69F88A-2C32-427F-B35E-F8348182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93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29" name="239-flow">
            <a:extLst xmlns:a="http://schemas.openxmlformats.org/drawingml/2006/main">
              <a:ext uri="{FF2B5EF4-FFF2-40B4-BE49-F238E27FC236}">
                <a16:creationId xmlns:a16="http://schemas.microsoft.com/office/drawing/2014/main" id="{8A2BA201-8D3D-4689-953B-E6B5968D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29125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30" name="240-plane">
            <a:extLst xmlns:a="http://schemas.openxmlformats.org/drawingml/2006/main">
              <a:ext uri="{FF2B5EF4-FFF2-40B4-BE49-F238E27FC236}">
                <a16:creationId xmlns:a16="http://schemas.microsoft.com/office/drawing/2014/main" id="{7CED0E41-9415-464F-B7C2-1F99F035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93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31" name="241-flow">
            <a:extLst xmlns:a="http://schemas.openxmlformats.org/drawingml/2006/main">
              <a:ext uri="{FF2B5EF4-FFF2-40B4-BE49-F238E27FC236}">
                <a16:creationId xmlns:a16="http://schemas.microsoft.com/office/drawing/2014/main" id="{080CE7F6-D794-48D1-A7FF-D9B974CE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429125"/>
            <a:ext cx="523875" cy="9525"/>
          </a:xfrm>
          <a:custGeom xmlns:a="http://schemas.openxmlformats.org/drawingml/2006/main">
            <a:pathLst>
              <a:path w="523875" h="952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32" name="242-flow">
            <a:extLst xmlns:a="http://schemas.openxmlformats.org/drawingml/2006/main">
              <a:ext uri="{FF2B5EF4-FFF2-40B4-BE49-F238E27FC236}">
                <a16:creationId xmlns:a16="http://schemas.microsoft.com/office/drawing/2014/main" id="{53E8C082-AF44-4472-B2B1-010BA5F1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381000" cy="838200"/>
          </a:xfrm>
          <a:custGeom xmlns:a="http://schemas.openxmlformats.org/drawingml/2006/main">
            <a:pathLst>
              <a:path w="381000" h="838200">
                <a:moveTo>
                  <a:pt x="0" y="838200"/>
                </a:moveTo>
                <a:lnTo>
                  <a:pt x="0" y="0"/>
                </a:ln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33" name="243-plane">
            <a:extLst xmlns:a="http://schemas.openxmlformats.org/drawingml/2006/main">
              <a:ext uri="{FF2B5EF4-FFF2-40B4-BE49-F238E27FC236}">
                <a16:creationId xmlns:a16="http://schemas.microsoft.com/office/drawing/2014/main" id="{AEB6F808-44EC-44D1-B80C-F6745988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5556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34" name="244-flow">
            <a:extLst xmlns:a="http://schemas.openxmlformats.org/drawingml/2006/main">
              <a:ext uri="{FF2B5EF4-FFF2-40B4-BE49-F238E27FC236}">
                <a16:creationId xmlns:a16="http://schemas.microsoft.com/office/drawing/2014/main" id="{FC651138-69D9-46A3-8453-F5547FB3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714625"/>
            <a:ext cx="9525" cy="619125"/>
          </a:xfrm>
          <a:custGeom xmlns:a="http://schemas.openxmlformats.org/drawingml/2006/main">
            <a:pathLst>
              <a:path w="9525" h="619125">
                <a:moveTo>
                  <a:pt x="0" y="619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35" name="245-plane">
            <a:extLst xmlns:a="http://schemas.openxmlformats.org/drawingml/2006/main">
              <a:ext uri="{FF2B5EF4-FFF2-40B4-BE49-F238E27FC236}">
                <a16:creationId xmlns:a16="http://schemas.microsoft.com/office/drawing/2014/main" id="{D84D140B-49D4-4356-8AD1-3C7284F1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008" y="2714625"/>
            <a:ext cx="70485" cy="76200"/>
          </a:xfrm>
          <a:custGeom xmlns:a="http://schemas.openxmlformats.org/drawingml/2006/main">
            <a:pathLst>
              <a:path w="70485" h="76200">
                <a:moveTo>
                  <a:pt x="35243" y="0"/>
                </a:moveTo>
                <a:lnTo>
                  <a:pt x="0" y="76200"/>
                </a:lnTo>
                <a:lnTo>
                  <a:pt x="70485" y="76200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36" name="246-flow">
            <a:extLst xmlns:a="http://schemas.openxmlformats.org/drawingml/2006/main">
              <a:ext uri="{FF2B5EF4-FFF2-40B4-BE49-F238E27FC236}">
                <a16:creationId xmlns:a16="http://schemas.microsoft.com/office/drawing/2014/main" id="{641486EC-6437-4E60-83D6-82DB7690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29125"/>
            <a:ext cx="857250" cy="1714500"/>
          </a:xfrm>
          <a:custGeom xmlns:a="http://schemas.openxmlformats.org/drawingml/2006/main">
            <a:pathLst>
              <a:path w="857250" h="1714500">
                <a:moveTo>
                  <a:pt x="0" y="0"/>
                </a:moveTo>
                <a:lnTo>
                  <a:pt x="0" y="904875"/>
                </a:lnTo>
                <a:lnTo>
                  <a:pt x="857250" y="904875"/>
                </a:lnTo>
                <a:lnTo>
                  <a:pt x="85725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07077"/>
            </a:solidFill>
          </a:ln>
        </p:spPr>
      </p:sp>
      <p:sp>
        <p:nvSpPr>
          <p:cNvPr id="37" name="247-plane">
            <a:extLst xmlns:a="http://schemas.openxmlformats.org/drawingml/2006/main">
              <a:ext uri="{FF2B5EF4-FFF2-40B4-BE49-F238E27FC236}">
                <a16:creationId xmlns:a16="http://schemas.microsoft.com/office/drawing/2014/main" id="{D8750045-EAB6-4B86-8002-2F9EFC41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008" y="6067425"/>
            <a:ext cx="70485" cy="76200"/>
          </a:xfrm>
          <a:custGeom xmlns:a="http://schemas.openxmlformats.org/drawingml/2006/main">
            <a:pathLst>
              <a:path w="70485" h="76200">
                <a:moveTo>
                  <a:pt x="35243" y="76200"/>
                </a:moveTo>
                <a:lnTo>
                  <a:pt x="7048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38" name="248-junction">
            <a:extLst xmlns:a="http://schemas.openxmlformats.org/drawingml/2006/main">
              <a:ext uri="{FF2B5EF4-FFF2-40B4-BE49-F238E27FC236}">
                <a16:creationId xmlns:a16="http://schemas.microsoft.com/office/drawing/2014/main" id="{E1BD958A-B53C-46F2-8514-53BFA037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400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7077"/>
          </a:solidFill>
          <a:ln xmlns:a="http://schemas.openxmlformats.org/drawingml/2006/main" w="0">
            <a:noFill/>
          </a:ln>
        </p:spPr>
      </p:sp>
      <p:sp>
        <p:nvSpPr>
          <p:cNvPr id="39" name="249-flow">
            <a:extLst xmlns:a="http://schemas.openxmlformats.org/drawingml/2006/main">
              <a:ext uri="{FF2B5EF4-FFF2-40B4-BE49-F238E27FC236}">
                <a16:creationId xmlns:a16="http://schemas.microsoft.com/office/drawing/2014/main" id="{EF5184F2-2E7F-4B41-B47B-BCFF323D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24125"/>
            <a:ext cx="1666875" cy="1714500"/>
          </a:xfrm>
          <a:custGeom xmlns:a="http://schemas.openxmlformats.org/drawingml/2006/main">
            <a:pathLst>
              <a:path w="1666875" h="1714500">
                <a:moveTo>
                  <a:pt x="0" y="0"/>
                </a:moveTo>
                <a:lnTo>
                  <a:pt x="1666875" y="0"/>
                </a:lnTo>
                <a:lnTo>
                  <a:pt x="1666875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40" name="250-plane">
            <a:extLst xmlns:a="http://schemas.openxmlformats.org/drawingml/2006/main">
              <a:ext uri="{FF2B5EF4-FFF2-40B4-BE49-F238E27FC236}">
                <a16:creationId xmlns:a16="http://schemas.microsoft.com/office/drawing/2014/main" id="{19ADDB94-6C36-45E0-B1DB-7AB2A27D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383" y="4162425"/>
            <a:ext cx="70485" cy="76200"/>
          </a:xfrm>
          <a:custGeom xmlns:a="http://schemas.openxmlformats.org/drawingml/2006/main">
            <a:pathLst>
              <a:path w="70485" h="76200">
                <a:moveTo>
                  <a:pt x="35243" y="76200"/>
                </a:moveTo>
                <a:lnTo>
                  <a:pt x="7048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41" name="251-flow">
            <a:extLst xmlns:a="http://schemas.openxmlformats.org/drawingml/2006/main">
              <a:ext uri="{FF2B5EF4-FFF2-40B4-BE49-F238E27FC236}">
                <a16:creationId xmlns:a16="http://schemas.microsoft.com/office/drawing/2014/main" id="{3CC8BEC5-6FC8-4BB8-A7F1-6DDA5D8D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619625"/>
            <a:ext cx="1666875" cy="1714500"/>
          </a:xfrm>
          <a:custGeom xmlns:a="http://schemas.openxmlformats.org/drawingml/2006/main">
            <a:pathLst>
              <a:path w="1666875" h="1714500">
                <a:moveTo>
                  <a:pt x="0" y="1714500"/>
                </a:moveTo>
                <a:lnTo>
                  <a:pt x="1666875" y="1714500"/>
                </a:lnTo>
                <a:lnTo>
                  <a:pt x="1666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F6F8B"/>
            </a:solidFill>
          </a:ln>
        </p:spPr>
      </p:sp>
      <p:sp>
        <p:nvSpPr>
          <p:cNvPr id="42" name="252-plane">
            <a:extLst xmlns:a="http://schemas.openxmlformats.org/drawingml/2006/main">
              <a:ext uri="{FF2B5EF4-FFF2-40B4-BE49-F238E27FC236}">
                <a16:creationId xmlns:a16="http://schemas.microsoft.com/office/drawing/2014/main" id="{38577617-7D04-428A-888B-A24BDAC0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383" y="4619625"/>
            <a:ext cx="70485" cy="76200"/>
          </a:xfrm>
          <a:custGeom xmlns:a="http://schemas.openxmlformats.org/drawingml/2006/main">
            <a:pathLst>
              <a:path w="70485" h="76200">
                <a:moveTo>
                  <a:pt x="35243" y="0"/>
                </a:moveTo>
                <a:lnTo>
                  <a:pt x="0" y="76200"/>
                </a:lnTo>
                <a:lnTo>
                  <a:pt x="70485" y="76200"/>
                </a:lnTo>
                <a:close/>
              </a:path>
            </a:pathLst>
          </a:custGeom>
          <a:solidFill xmlns:a="http://schemas.openxmlformats.org/drawingml/2006/main">
            <a:srgbClr val="BF6F8B"/>
          </a:solidFill>
          <a:ln xmlns:a="http://schemas.openxmlformats.org/drawingml/2006/main" w="0">
            <a:noFill/>
          </a:ln>
        </p:spPr>
      </p:sp>
      <p:sp>
        <p:nvSpPr>
          <p:cNvPr id="43" name="253-flow">
            <a:extLst xmlns:a="http://schemas.openxmlformats.org/drawingml/2006/main">
              <a:ext uri="{FF2B5EF4-FFF2-40B4-BE49-F238E27FC236}">
                <a16:creationId xmlns:a16="http://schemas.microsoft.com/office/drawing/2014/main" id="{B01461CD-D368-45C2-8CE9-A30E9DE4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4429125"/>
            <a:ext cx="1000125" cy="9525"/>
          </a:xfrm>
          <a:custGeom xmlns:a="http://schemas.openxmlformats.org/drawingml/2006/main"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489DBF"/>
            </a:solidFill>
          </a:ln>
        </p:spPr>
      </p:sp>
      <p:sp>
        <p:nvSpPr>
          <p:cNvPr id="44" name="254-plane">
            <a:extLst xmlns:a="http://schemas.openxmlformats.org/drawingml/2006/main">
              <a:ext uri="{FF2B5EF4-FFF2-40B4-BE49-F238E27FC236}">
                <a16:creationId xmlns:a16="http://schemas.microsoft.com/office/drawing/2014/main" id="{27BD48A2-DBE1-4FCD-AB56-11EBB9A6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4393883"/>
            <a:ext cx="76200" cy="70485"/>
          </a:xfrm>
          <a:custGeom xmlns:a="http://schemas.openxmlformats.org/drawingml/2006/main">
            <a:pathLst>
              <a:path w="76200" h="70485">
                <a:moveTo>
                  <a:pt x="76200" y="35242"/>
                </a:moveTo>
                <a:lnTo>
                  <a:pt x="0" y="0"/>
                </a:lnTo>
                <a:lnTo>
                  <a:pt x="0" y="70485"/>
                </a:lnTo>
                <a:close/>
              </a:path>
            </a:pathLst>
          </a:custGeom>
          <a:solidFill xmlns:a="http://schemas.openxmlformats.org/drawingml/2006/main">
            <a:srgbClr val="489DBF"/>
          </a:solidFill>
          <a:ln xmlns:a="http://schemas.openxmlformats.org/drawingml/2006/main" w="0">
            <a:noFill/>
          </a:ln>
        </p:spPr>
      </p:sp>
      <p:sp>
        <p:nvSpPr>
          <p:cNvPr id="45" name="255-plane">
            <a:extLst xmlns:a="http://schemas.openxmlformats.org/drawingml/2006/main">
              <a:ext uri="{FF2B5EF4-FFF2-40B4-BE49-F238E27FC236}">
                <a16:creationId xmlns:a16="http://schemas.microsoft.com/office/drawing/2014/main" id="{6B9498F1-9C6D-43F9-9ED6-6C7657B3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695325" cy="762000"/>
          </a:xfrm>
          <a:custGeom xmlns:a="http://schemas.openxmlformats.org/drawingml/2006/main">
            <a:pathLst>
              <a:path w="695325" h="762000">
                <a:moveTo>
                  <a:pt x="0" y="152400"/>
                </a:moveTo>
                <a:lnTo>
                  <a:pt x="695325" y="0"/>
                </a:lnTo>
                <a:lnTo>
                  <a:pt x="6953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46" name="256-flow">
            <a:extLst xmlns:a="http://schemas.openxmlformats.org/drawingml/2006/main">
              <a:ext uri="{FF2B5EF4-FFF2-40B4-BE49-F238E27FC236}">
                <a16:creationId xmlns:a16="http://schemas.microsoft.com/office/drawing/2014/main" id="{78638872-9A32-46D4-BFF9-C6AE999A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47" name="257-plane">
            <a:extLst xmlns:a="http://schemas.openxmlformats.org/drawingml/2006/main">
              <a:ext uri="{FF2B5EF4-FFF2-40B4-BE49-F238E27FC236}">
                <a16:creationId xmlns:a16="http://schemas.microsoft.com/office/drawing/2014/main" id="{B494B13F-0443-4216-94BD-40AF530E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933825"/>
            <a:ext cx="695325" cy="762000"/>
          </a:xfrm>
          <a:custGeom xmlns:a="http://schemas.openxmlformats.org/drawingml/2006/main">
            <a:pathLst>
              <a:path w="695325" h="762000">
                <a:moveTo>
                  <a:pt x="0" y="152400"/>
                </a:moveTo>
                <a:lnTo>
                  <a:pt x="695325" y="0"/>
                </a:lnTo>
                <a:lnTo>
                  <a:pt x="6953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48" name="258-flow">
            <a:extLst xmlns:a="http://schemas.openxmlformats.org/drawingml/2006/main">
              <a:ext uri="{FF2B5EF4-FFF2-40B4-BE49-F238E27FC236}">
                <a16:creationId xmlns:a16="http://schemas.microsoft.com/office/drawing/2014/main" id="{B1563E0A-BA92-418F-90BB-E6761605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24325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49" name="259-plane">
            <a:extLst xmlns:a="http://schemas.openxmlformats.org/drawingml/2006/main">
              <a:ext uri="{FF2B5EF4-FFF2-40B4-BE49-F238E27FC236}">
                <a16:creationId xmlns:a16="http://schemas.microsoft.com/office/drawing/2014/main" id="{AFAF9891-A186-49DF-9387-80FF269D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62400"/>
            <a:ext cx="695325" cy="762000"/>
          </a:xfrm>
          <a:custGeom xmlns:a="http://schemas.openxmlformats.org/drawingml/2006/main">
            <a:pathLst>
              <a:path w="695325" h="762000">
                <a:moveTo>
                  <a:pt x="0" y="152400"/>
                </a:moveTo>
                <a:lnTo>
                  <a:pt x="695325" y="0"/>
                </a:lnTo>
                <a:lnTo>
                  <a:pt x="6953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50" name="260-flow">
            <a:extLst xmlns:a="http://schemas.openxmlformats.org/drawingml/2006/main">
              <a:ext uri="{FF2B5EF4-FFF2-40B4-BE49-F238E27FC236}">
                <a16:creationId xmlns:a16="http://schemas.microsoft.com/office/drawing/2014/main" id="{91D062A4-128F-410C-A074-21F42B89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51" name="261-plane">
            <a:extLst xmlns:a="http://schemas.openxmlformats.org/drawingml/2006/main">
              <a:ext uri="{FF2B5EF4-FFF2-40B4-BE49-F238E27FC236}">
                <a16:creationId xmlns:a16="http://schemas.microsoft.com/office/drawing/2014/main" id="{3874477A-11BA-489C-9E49-5FEB66D6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695325" cy="762000"/>
          </a:xfrm>
          <a:custGeom xmlns:a="http://schemas.openxmlformats.org/drawingml/2006/main">
            <a:pathLst>
              <a:path w="695325" h="762000">
                <a:moveTo>
                  <a:pt x="0" y="152400"/>
                </a:moveTo>
                <a:lnTo>
                  <a:pt x="695325" y="0"/>
                </a:lnTo>
                <a:lnTo>
                  <a:pt x="6953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52" name="262-flow">
            <a:extLst xmlns:a="http://schemas.openxmlformats.org/drawingml/2006/main">
              <a:ext uri="{FF2B5EF4-FFF2-40B4-BE49-F238E27FC236}">
                <a16:creationId xmlns:a16="http://schemas.microsoft.com/office/drawing/2014/main" id="{C44B8E4E-BA63-46D2-8A5E-43B44C2B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53" name="263-plane">
            <a:extLst xmlns:a="http://schemas.openxmlformats.org/drawingml/2006/main">
              <a:ext uri="{FF2B5EF4-FFF2-40B4-BE49-F238E27FC236}">
                <a16:creationId xmlns:a16="http://schemas.microsoft.com/office/drawing/2014/main" id="{B66F9588-33FF-4B02-B6EF-0FAAE590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019550"/>
            <a:ext cx="695325" cy="762000"/>
          </a:xfrm>
          <a:custGeom xmlns:a="http://schemas.openxmlformats.org/drawingml/2006/main">
            <a:pathLst>
              <a:path w="695325" h="762000">
                <a:moveTo>
                  <a:pt x="0" y="152400"/>
                </a:moveTo>
                <a:lnTo>
                  <a:pt x="695325" y="0"/>
                </a:lnTo>
                <a:lnTo>
                  <a:pt x="6953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54" name="264-flow">
            <a:extLst xmlns:a="http://schemas.openxmlformats.org/drawingml/2006/main">
              <a:ext uri="{FF2B5EF4-FFF2-40B4-BE49-F238E27FC236}">
                <a16:creationId xmlns:a16="http://schemas.microsoft.com/office/drawing/2014/main" id="{64FC3158-5EA7-49A8-B4EA-275A5F87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55" name="265-plane">
            <a:extLst xmlns:a="http://schemas.openxmlformats.org/drawingml/2006/main">
              <a:ext uri="{FF2B5EF4-FFF2-40B4-BE49-F238E27FC236}">
                <a16:creationId xmlns:a16="http://schemas.microsoft.com/office/drawing/2014/main" id="{E84A0084-24F3-4542-98B1-100323C6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695325" cy="762000"/>
          </a:xfrm>
          <a:custGeom xmlns:a="http://schemas.openxmlformats.org/drawingml/2006/main">
            <a:pathLst>
              <a:path w="695325" h="762000">
                <a:moveTo>
                  <a:pt x="0" y="152400"/>
                </a:moveTo>
                <a:lnTo>
                  <a:pt x="695325" y="0"/>
                </a:lnTo>
                <a:lnTo>
                  <a:pt x="6953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56" name="266-flow">
            <a:extLst xmlns:a="http://schemas.openxmlformats.org/drawingml/2006/main">
              <a:ext uri="{FF2B5EF4-FFF2-40B4-BE49-F238E27FC236}">
                <a16:creationId xmlns:a16="http://schemas.microsoft.com/office/drawing/2014/main" id="{D0E2DC47-EE69-4E13-9B4E-01C87B65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57" name="267-X">
            <a:extLst xmlns:a="http://schemas.openxmlformats.org/drawingml/2006/main">
              <a:ext uri="{FF2B5EF4-FFF2-40B4-BE49-F238E27FC236}">
                <a16:creationId xmlns:a16="http://schemas.microsoft.com/office/drawing/2014/main" id="{65AC0032-C46E-443C-9202-1240F97A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50006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58" name="268-C × H × W">
            <a:extLst xmlns:a="http://schemas.openxmlformats.org/drawingml/2006/main">
              <a:ext uri="{FF2B5EF4-FFF2-40B4-BE49-F238E27FC236}">
                <a16:creationId xmlns:a16="http://schemas.microsoft.com/office/drawing/2014/main" id="{0CA66E95-8840-49CF-9903-AFFC18AA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38162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C × H × W</a:t>
            </a:r>
          </a:p>
        </p:txBody>
      </p:sp>
      <p:sp>
        <p:nvSpPr>
          <p:cNvPr id="59" name="269-region">
            <a:extLst xmlns:a="http://schemas.openxmlformats.org/drawingml/2006/main">
              <a:ext uri="{FF2B5EF4-FFF2-40B4-BE49-F238E27FC236}">
                <a16:creationId xmlns:a16="http://schemas.microsoft.com/office/drawing/2014/main" id="{3F61DA08-832E-40C3-92CA-71564355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571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B3DDE9"/>
          </a:solidFill>
          <a:ln xmlns:a="http://schemas.openxmlformats.org/drawingml/2006/main" w="11906">
            <a:solidFill>
              <a:srgbClr val="5196AC"/>
            </a:solidFill>
            <a:prstDash val="solid"/>
          </a:ln>
        </p:spPr>
      </p:sp>
      <p:sp>
        <p:nvSpPr>
          <p:cNvPr id="60" name="270-Nearest × 2">
            <a:extLst xmlns:a="http://schemas.openxmlformats.org/drawingml/2006/main">
              <a:ext uri="{FF2B5EF4-FFF2-40B4-BE49-F238E27FC236}">
                <a16:creationId xmlns:a16="http://schemas.microsoft.com/office/drawing/2014/main" id="{6AE7AF26-E6DD-481D-B916-BB69E128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095625" y="22669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Nearest × 2</a:t>
            </a:r>
          </a:p>
        </p:txBody>
      </p:sp>
      <p:sp>
        <p:nvSpPr>
          <p:cNvPr id="61" name="271-region">
            <a:extLst xmlns:a="http://schemas.openxmlformats.org/drawingml/2006/main">
              <a:ext uri="{FF2B5EF4-FFF2-40B4-BE49-F238E27FC236}">
                <a16:creationId xmlns:a16="http://schemas.microsoft.com/office/drawing/2014/main" id="{1B9EEE26-FEBA-464E-A1E7-DB8898D6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62625"/>
            <a:ext cx="571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B6C1"/>
          </a:solidFill>
          <a:ln xmlns:a="http://schemas.openxmlformats.org/drawingml/2006/main" w="11906">
            <a:solidFill>
              <a:srgbClr val="BF6F8B"/>
            </a:solidFill>
            <a:prstDash val="solid"/>
          </a:ln>
        </p:spPr>
      </p:sp>
      <p:sp>
        <p:nvSpPr>
          <p:cNvPr id="62" name="272-Bilinear × 2">
            <a:extLst xmlns:a="http://schemas.openxmlformats.org/drawingml/2006/main">
              <a:ext uri="{FF2B5EF4-FFF2-40B4-BE49-F238E27FC236}">
                <a16:creationId xmlns:a16="http://schemas.microsoft.com/office/drawing/2014/main" id="{2F40D4F2-77C2-4CFB-BE20-E17CB8C6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095625" y="60769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Bilinear × 2</a:t>
            </a:r>
          </a:p>
        </p:txBody>
      </p:sp>
      <p:sp>
        <p:nvSpPr>
          <p:cNvPr id="63" name="273-plane">
            <a:extLst xmlns:a="http://schemas.openxmlformats.org/drawingml/2006/main">
              <a:ext uri="{FF2B5EF4-FFF2-40B4-BE49-F238E27FC236}">
                <a16:creationId xmlns:a16="http://schemas.microsoft.com/office/drawing/2014/main" id="{98BAAAF4-8FE9-475D-93D9-4F7C9E3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33575"/>
            <a:ext cx="619125" cy="952500"/>
          </a:xfrm>
          <a:custGeom xmlns:a="http://schemas.openxmlformats.org/drawingml/2006/main">
            <a:pathLst>
              <a:path w="619125" h="952500">
                <a:moveTo>
                  <a:pt x="0" y="152400"/>
                </a:moveTo>
                <a:lnTo>
                  <a:pt x="619125" y="0"/>
                </a:lnTo>
                <a:lnTo>
                  <a:pt x="619125" y="8001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64" name="274-flow">
            <a:extLst xmlns:a="http://schemas.openxmlformats.org/drawingml/2006/main">
              <a:ext uri="{FF2B5EF4-FFF2-40B4-BE49-F238E27FC236}">
                <a16:creationId xmlns:a16="http://schemas.microsoft.com/office/drawing/2014/main" id="{CA10FD44-D101-499B-97B1-CA1398BA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124075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65" name="275-plane">
            <a:extLst xmlns:a="http://schemas.openxmlformats.org/drawingml/2006/main">
              <a:ext uri="{FF2B5EF4-FFF2-40B4-BE49-F238E27FC236}">
                <a16:creationId xmlns:a16="http://schemas.microsoft.com/office/drawing/2014/main" id="{A4FE9423-46F6-4676-ABCF-D139BD91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619125" cy="952500"/>
          </a:xfrm>
          <a:custGeom xmlns:a="http://schemas.openxmlformats.org/drawingml/2006/main">
            <a:pathLst>
              <a:path w="619125" h="952500">
                <a:moveTo>
                  <a:pt x="0" y="152400"/>
                </a:moveTo>
                <a:lnTo>
                  <a:pt x="619125" y="0"/>
                </a:lnTo>
                <a:lnTo>
                  <a:pt x="619125" y="8001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66" name="276-flow">
            <a:extLst xmlns:a="http://schemas.openxmlformats.org/drawingml/2006/main">
              <a:ext uri="{FF2B5EF4-FFF2-40B4-BE49-F238E27FC236}">
                <a16:creationId xmlns:a16="http://schemas.microsoft.com/office/drawing/2014/main" id="{8E734408-C197-4FC0-A5D7-A8B03400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52650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67" name="277-plane">
            <a:extLst xmlns:a="http://schemas.openxmlformats.org/drawingml/2006/main">
              <a:ext uri="{FF2B5EF4-FFF2-40B4-BE49-F238E27FC236}">
                <a16:creationId xmlns:a16="http://schemas.microsoft.com/office/drawing/2014/main" id="{741258CF-E9CB-47E0-B71F-8864F2D6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990725"/>
            <a:ext cx="619125" cy="952500"/>
          </a:xfrm>
          <a:custGeom xmlns:a="http://schemas.openxmlformats.org/drawingml/2006/main">
            <a:pathLst>
              <a:path w="619125" h="952500">
                <a:moveTo>
                  <a:pt x="0" y="152400"/>
                </a:moveTo>
                <a:lnTo>
                  <a:pt x="619125" y="0"/>
                </a:lnTo>
                <a:lnTo>
                  <a:pt x="619125" y="8001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68" name="278-flow">
            <a:extLst xmlns:a="http://schemas.openxmlformats.org/drawingml/2006/main">
              <a:ext uri="{FF2B5EF4-FFF2-40B4-BE49-F238E27FC236}">
                <a16:creationId xmlns:a16="http://schemas.microsoft.com/office/drawing/2014/main" id="{0651F7E3-177D-4C6B-97AF-6E420DDC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181225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69" name="279-plane">
            <a:extLst xmlns:a="http://schemas.openxmlformats.org/drawingml/2006/main">
              <a:ext uri="{FF2B5EF4-FFF2-40B4-BE49-F238E27FC236}">
                <a16:creationId xmlns:a16="http://schemas.microsoft.com/office/drawing/2014/main" id="{6253B08F-22AC-476C-AA44-0F6BB73F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19300"/>
            <a:ext cx="619125" cy="952500"/>
          </a:xfrm>
          <a:custGeom xmlns:a="http://schemas.openxmlformats.org/drawingml/2006/main">
            <a:pathLst>
              <a:path w="619125" h="952500">
                <a:moveTo>
                  <a:pt x="0" y="152400"/>
                </a:moveTo>
                <a:lnTo>
                  <a:pt x="619125" y="0"/>
                </a:lnTo>
                <a:lnTo>
                  <a:pt x="619125" y="8001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70" name="280-flow">
            <a:extLst xmlns:a="http://schemas.openxmlformats.org/drawingml/2006/main">
              <a:ext uri="{FF2B5EF4-FFF2-40B4-BE49-F238E27FC236}">
                <a16:creationId xmlns:a16="http://schemas.microsoft.com/office/drawing/2014/main" id="{D3574EFB-0720-4A8B-8ADC-008D19B5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209800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71" name="281-plane">
            <a:extLst xmlns:a="http://schemas.openxmlformats.org/drawingml/2006/main">
              <a:ext uri="{FF2B5EF4-FFF2-40B4-BE49-F238E27FC236}">
                <a16:creationId xmlns:a16="http://schemas.microsoft.com/office/drawing/2014/main" id="{90A9ABB9-E192-48AA-9E4B-3DDEC789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47875"/>
            <a:ext cx="619125" cy="952500"/>
          </a:xfrm>
          <a:custGeom xmlns:a="http://schemas.openxmlformats.org/drawingml/2006/main">
            <a:pathLst>
              <a:path w="619125" h="952500">
                <a:moveTo>
                  <a:pt x="0" y="152400"/>
                </a:moveTo>
                <a:lnTo>
                  <a:pt x="619125" y="0"/>
                </a:lnTo>
                <a:lnTo>
                  <a:pt x="619125" y="8001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B3DDE9"/>
          </a:solidFill>
          <a:ln xmlns:a="http://schemas.openxmlformats.org/drawingml/2006/main" w="8573">
            <a:solidFill>
              <a:srgbClr val="5196AC"/>
            </a:solidFill>
          </a:ln>
        </p:spPr>
      </p:sp>
      <p:sp>
        <p:nvSpPr>
          <p:cNvPr id="72" name="282-flow">
            <a:extLst xmlns:a="http://schemas.openxmlformats.org/drawingml/2006/main">
              <a:ext uri="{FF2B5EF4-FFF2-40B4-BE49-F238E27FC236}">
                <a16:creationId xmlns:a16="http://schemas.microsoft.com/office/drawing/2014/main" id="{FFF9D7D6-A916-41B6-BE0C-66BF1017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38375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73" name="283-N">
            <a:extLst xmlns:a="http://schemas.openxmlformats.org/drawingml/2006/main">
              <a:ext uri="{FF2B5EF4-FFF2-40B4-BE49-F238E27FC236}">
                <a16:creationId xmlns:a16="http://schemas.microsoft.com/office/drawing/2014/main" id="{BA2D6C32-3C19-43D8-BFC7-413DC5BE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161925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N</a:t>
            </a:r>
          </a:p>
        </p:txBody>
      </p:sp>
      <p:sp>
        <p:nvSpPr>
          <p:cNvPr id="74" name="284-plane">
            <a:extLst xmlns:a="http://schemas.openxmlformats.org/drawingml/2006/main">
              <a:ext uri="{FF2B5EF4-FFF2-40B4-BE49-F238E27FC236}">
                <a16:creationId xmlns:a16="http://schemas.microsoft.com/office/drawing/2014/main" id="{F3F639B0-F4E9-4E39-8BE6-1604F5D6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743575"/>
            <a:ext cx="619125" cy="952500"/>
          </a:xfrm>
          <a:custGeom xmlns:a="http://schemas.openxmlformats.org/drawingml/2006/main">
            <a:pathLst>
              <a:path w="619125" h="952500">
                <a:moveTo>
                  <a:pt x="0" y="152400"/>
                </a:moveTo>
                <a:lnTo>
                  <a:pt x="619125" y="0"/>
                </a:lnTo>
                <a:lnTo>
                  <a:pt x="619125" y="8001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75" name="285-flow">
            <a:extLst xmlns:a="http://schemas.openxmlformats.org/drawingml/2006/main">
              <a:ext uri="{FF2B5EF4-FFF2-40B4-BE49-F238E27FC236}">
                <a16:creationId xmlns:a16="http://schemas.microsoft.com/office/drawing/2014/main" id="{FFEE9D28-F03C-41C1-ABC9-08984E86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934075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76" name="286-plane">
            <a:extLst xmlns:a="http://schemas.openxmlformats.org/drawingml/2006/main">
              <a:ext uri="{FF2B5EF4-FFF2-40B4-BE49-F238E27FC236}">
                <a16:creationId xmlns:a16="http://schemas.microsoft.com/office/drawing/2014/main" id="{9BF30519-D52F-4597-876F-6421C1D7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772150"/>
            <a:ext cx="619125" cy="952500"/>
          </a:xfrm>
          <a:custGeom xmlns:a="http://schemas.openxmlformats.org/drawingml/2006/main">
            <a:pathLst>
              <a:path w="619125" h="952500">
                <a:moveTo>
                  <a:pt x="0" y="152400"/>
                </a:moveTo>
                <a:lnTo>
                  <a:pt x="619125" y="0"/>
                </a:lnTo>
                <a:lnTo>
                  <a:pt x="619125" y="8001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77" name="287-flow">
            <a:extLst xmlns:a="http://schemas.openxmlformats.org/drawingml/2006/main">
              <a:ext uri="{FF2B5EF4-FFF2-40B4-BE49-F238E27FC236}">
                <a16:creationId xmlns:a16="http://schemas.microsoft.com/office/drawing/2014/main" id="{24A30E5F-C8B9-4378-9B0A-7BD3CE74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962650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78" name="288-plane">
            <a:extLst xmlns:a="http://schemas.openxmlformats.org/drawingml/2006/main">
              <a:ext uri="{FF2B5EF4-FFF2-40B4-BE49-F238E27FC236}">
                <a16:creationId xmlns:a16="http://schemas.microsoft.com/office/drawing/2014/main" id="{2C852606-31FF-42B1-A845-0C75CB7F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800725"/>
            <a:ext cx="619125" cy="952500"/>
          </a:xfrm>
          <a:custGeom xmlns:a="http://schemas.openxmlformats.org/drawingml/2006/main">
            <a:pathLst>
              <a:path w="619125" h="952500">
                <a:moveTo>
                  <a:pt x="0" y="152400"/>
                </a:moveTo>
                <a:lnTo>
                  <a:pt x="619125" y="0"/>
                </a:lnTo>
                <a:lnTo>
                  <a:pt x="619125" y="8001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79" name="289-flow">
            <a:extLst xmlns:a="http://schemas.openxmlformats.org/drawingml/2006/main">
              <a:ext uri="{FF2B5EF4-FFF2-40B4-BE49-F238E27FC236}">
                <a16:creationId xmlns:a16="http://schemas.microsoft.com/office/drawing/2014/main" id="{CD215AC8-ECF6-47D5-AFE2-887074AC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991225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80" name="290-plane">
            <a:extLst xmlns:a="http://schemas.openxmlformats.org/drawingml/2006/main">
              <a:ext uri="{FF2B5EF4-FFF2-40B4-BE49-F238E27FC236}">
                <a16:creationId xmlns:a16="http://schemas.microsoft.com/office/drawing/2014/main" id="{C293304D-DBE3-4909-9557-F31F922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829300"/>
            <a:ext cx="619125" cy="952500"/>
          </a:xfrm>
          <a:custGeom xmlns:a="http://schemas.openxmlformats.org/drawingml/2006/main">
            <a:pathLst>
              <a:path w="619125" h="952500">
                <a:moveTo>
                  <a:pt x="0" y="152400"/>
                </a:moveTo>
                <a:lnTo>
                  <a:pt x="619125" y="0"/>
                </a:lnTo>
                <a:lnTo>
                  <a:pt x="619125" y="8001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81" name="291-flow">
            <a:extLst xmlns:a="http://schemas.openxmlformats.org/drawingml/2006/main">
              <a:ext uri="{FF2B5EF4-FFF2-40B4-BE49-F238E27FC236}">
                <a16:creationId xmlns:a16="http://schemas.microsoft.com/office/drawing/2014/main" id="{5FD57DA9-872D-4BB2-843D-3B46D9EE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019800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82" name="292-plane">
            <a:extLst xmlns:a="http://schemas.openxmlformats.org/drawingml/2006/main">
              <a:ext uri="{FF2B5EF4-FFF2-40B4-BE49-F238E27FC236}">
                <a16:creationId xmlns:a16="http://schemas.microsoft.com/office/drawing/2014/main" id="{F973248B-4271-45EF-8575-B280A0F7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57875"/>
            <a:ext cx="619125" cy="952500"/>
          </a:xfrm>
          <a:custGeom xmlns:a="http://schemas.openxmlformats.org/drawingml/2006/main">
            <a:pathLst>
              <a:path w="619125" h="952500">
                <a:moveTo>
                  <a:pt x="0" y="152400"/>
                </a:moveTo>
                <a:lnTo>
                  <a:pt x="619125" y="0"/>
                </a:lnTo>
                <a:lnTo>
                  <a:pt x="619125" y="800100"/>
                </a:lnTo>
                <a:lnTo>
                  <a:pt x="0" y="952500"/>
                </a:lnTo>
                <a:close/>
              </a:path>
            </a:pathLst>
          </a:custGeom>
          <a:solidFill xmlns:a="http://schemas.openxmlformats.org/drawingml/2006/main">
            <a:srgbClr val="F5B6C1"/>
          </a:solidFill>
          <a:ln xmlns:a="http://schemas.openxmlformats.org/drawingml/2006/main" w="8573">
            <a:solidFill>
              <a:srgbClr val="BF6F8B"/>
            </a:solidFill>
          </a:ln>
        </p:spPr>
      </p:sp>
      <p:sp>
        <p:nvSpPr>
          <p:cNvPr id="83" name="293-flow">
            <a:extLst xmlns:a="http://schemas.openxmlformats.org/drawingml/2006/main">
              <a:ext uri="{FF2B5EF4-FFF2-40B4-BE49-F238E27FC236}">
                <a16:creationId xmlns:a16="http://schemas.microsoft.com/office/drawing/2014/main" id="{0DB01426-DA1F-4DB5-9056-54C4A677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6048375"/>
            <a:ext cx="9525" cy="723900"/>
          </a:xfrm>
          <a:custGeom xmlns:a="http://schemas.openxmlformats.org/drawingml/2006/main">
            <a:pathLst>
              <a:path w="9525" h="723900">
                <a:moveTo>
                  <a:pt x="0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84" name="294-B">
            <a:extLst xmlns:a="http://schemas.openxmlformats.org/drawingml/2006/main">
              <a:ext uri="{FF2B5EF4-FFF2-40B4-BE49-F238E27FC236}">
                <a16:creationId xmlns:a16="http://schemas.microsoft.com/office/drawing/2014/main" id="{3ED0C05F-9AA9-46E6-84DC-F2136F99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5524500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sp>
        <p:nvSpPr>
          <p:cNvPr id="85" name="295-C × 2H × 2W">
            <a:extLst xmlns:a="http://schemas.openxmlformats.org/drawingml/2006/main">
              <a:ext uri="{FF2B5EF4-FFF2-40B4-BE49-F238E27FC236}">
                <a16:creationId xmlns:a16="http://schemas.microsoft.com/office/drawing/2014/main" id="{B51F9A86-62B1-4FC8-BE15-7BA14E5A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6860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C × 2H × 2W</a:t>
            </a:r>
          </a:p>
        </p:txBody>
      </p:sp>
      <p:sp>
        <p:nvSpPr>
          <p:cNvPr id="86" name="296-C × 2H × 2W">
            <a:extLst xmlns:a="http://schemas.openxmlformats.org/drawingml/2006/main">
              <a:ext uri="{FF2B5EF4-FFF2-40B4-BE49-F238E27FC236}">
                <a16:creationId xmlns:a16="http://schemas.microsoft.com/office/drawing/2014/main" id="{2BED4885-D0CA-4163-AA66-63A289E2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64960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C × 2H × 2W</a:t>
            </a:r>
          </a:p>
        </p:txBody>
      </p:sp>
      <p:sp>
        <p:nvSpPr>
          <p:cNvPr id="87" name="297-region">
            <a:extLst xmlns:a="http://schemas.openxmlformats.org/drawingml/2006/main">
              <a:ext uri="{FF2B5EF4-FFF2-40B4-BE49-F238E27FC236}">
                <a16:creationId xmlns:a16="http://schemas.microsoft.com/office/drawing/2014/main" id="{082AEE93-09D5-4F85-B082-A70BFE3E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57625"/>
            <a:ext cx="571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D887"/>
          </a:solidFill>
          <a:ln xmlns:a="http://schemas.openxmlformats.org/drawingml/2006/main" w="11906">
            <a:solidFill>
              <a:srgbClr val="BD9C47"/>
            </a:solidFill>
            <a:prstDash val="solid"/>
          </a:ln>
        </p:spPr>
      </p:sp>
      <p:sp>
        <p:nvSpPr>
          <p:cNvPr id="88" name="298-3 × 3 Conv">
            <a:extLst xmlns:a="http://schemas.openxmlformats.org/drawingml/2006/main">
              <a:ext uri="{FF2B5EF4-FFF2-40B4-BE49-F238E27FC236}">
                <a16:creationId xmlns:a16="http://schemas.microsoft.com/office/drawing/2014/main" id="{3CE31E55-5557-4F97-A50E-9EFC7A02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095625" y="41719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3 × 3 Conv</a:t>
            </a:r>
          </a:p>
        </p:txBody>
      </p:sp>
      <p:sp>
        <p:nvSpPr>
          <p:cNvPr id="89" name="299-C → 1">
            <a:extLst xmlns:a="http://schemas.openxmlformats.org/drawingml/2006/main">
              <a:ext uri="{FF2B5EF4-FFF2-40B4-BE49-F238E27FC236}">
                <a16:creationId xmlns:a16="http://schemas.microsoft.com/office/drawing/2014/main" id="{9F8367E2-75F5-41BF-8F82-F0D7A85C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8025" y="50673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C → 1</a:t>
            </a:r>
          </a:p>
        </p:txBody>
      </p:sp>
      <p:sp>
        <p:nvSpPr>
          <p:cNvPr id="90" name="300-region">
            <a:extLst xmlns:a="http://schemas.openxmlformats.org/drawingml/2006/main">
              <a:ext uri="{FF2B5EF4-FFF2-40B4-BE49-F238E27FC236}">
                <a16:creationId xmlns:a16="http://schemas.microsoft.com/office/drawing/2014/main" id="{C02BDB27-69B4-4495-8F26-17A917EB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523875" cy="1143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5B6C1"/>
          </a:solidFill>
          <a:ln xmlns:a="http://schemas.openxmlformats.org/drawingml/2006/main" w="11906">
            <a:solidFill>
              <a:srgbClr val="BF6F8B"/>
            </a:solidFill>
            <a:prstDash val="solid"/>
          </a:ln>
        </p:spPr>
      </p:sp>
      <p:sp>
        <p:nvSpPr>
          <p:cNvPr id="91" name="301-Hardsigmoid">
            <a:extLst xmlns:a="http://schemas.openxmlformats.org/drawingml/2006/main">
              <a:ext uri="{FF2B5EF4-FFF2-40B4-BE49-F238E27FC236}">
                <a16:creationId xmlns:a16="http://schemas.microsoft.com/office/drawing/2014/main" id="{67ECB02A-2833-4D0C-B0C7-22264C77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691063" y="4195763"/>
            <a:ext cx="1047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Hardsigmoid</a:t>
            </a:r>
          </a:p>
        </p:txBody>
      </p:sp>
      <p:sp>
        <p:nvSpPr>
          <p:cNvPr id="92" name="302-plane">
            <a:extLst xmlns:a="http://schemas.openxmlformats.org/drawingml/2006/main">
              <a:ext uri="{FF2B5EF4-FFF2-40B4-BE49-F238E27FC236}">
                <a16:creationId xmlns:a16="http://schemas.microsoft.com/office/drawing/2014/main" id="{53DBF6AF-41CB-4E95-A0AE-36BAEE41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476250" cy="571500"/>
          </a:xfrm>
          <a:custGeom xmlns:a="http://schemas.openxmlformats.org/drawingml/2006/main">
            <a:pathLst>
              <a:path w="476250" h="571500">
                <a:moveTo>
                  <a:pt x="0" y="152400"/>
                </a:moveTo>
                <a:lnTo>
                  <a:pt x="476250" y="0"/>
                </a:lnTo>
                <a:lnTo>
                  <a:pt x="476250" y="4191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F8D887"/>
          </a:solidFill>
          <a:ln xmlns:a="http://schemas.openxmlformats.org/drawingml/2006/main" w="8573">
            <a:solidFill>
              <a:srgbClr val="BD9C47"/>
            </a:solidFill>
          </a:ln>
        </p:spPr>
      </p:sp>
      <p:sp>
        <p:nvSpPr>
          <p:cNvPr id="93" name="303-flow">
            <a:extLst xmlns:a="http://schemas.openxmlformats.org/drawingml/2006/main">
              <a:ext uri="{FF2B5EF4-FFF2-40B4-BE49-F238E27FC236}">
                <a16:creationId xmlns:a16="http://schemas.microsoft.com/office/drawing/2014/main" id="{3B86BD53-4374-4CCB-96F3-D07FAEBF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33875"/>
            <a:ext cx="9525" cy="342900"/>
          </a:xfrm>
          <a:custGeom xmlns:a="http://schemas.openxmlformats.org/drawingml/2006/main">
            <a:pathLst>
              <a:path w="9525"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94" name="304-1 × H × W">
            <a:extLst xmlns:a="http://schemas.openxmlformats.org/drawingml/2006/main">
              <a:ext uri="{FF2B5EF4-FFF2-40B4-BE49-F238E27FC236}">
                <a16:creationId xmlns:a16="http://schemas.microsoft.com/office/drawing/2014/main" id="{2465E96F-420C-403B-B090-BEBE4831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48577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1 × H × W</a:t>
            </a:r>
          </a:p>
        </p:txBody>
      </p:sp>
      <p:sp>
        <p:nvSpPr>
          <p:cNvPr id="95" name="305-region">
            <a:extLst xmlns:a="http://schemas.openxmlformats.org/drawingml/2006/main">
              <a:ext uri="{FF2B5EF4-FFF2-40B4-BE49-F238E27FC236}">
                <a16:creationId xmlns:a16="http://schemas.microsoft.com/office/drawing/2014/main" id="{99197EDF-351B-4AD8-A42A-56C676CF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57625"/>
            <a:ext cx="571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D887"/>
          </a:solidFill>
          <a:ln xmlns:a="http://schemas.openxmlformats.org/drawingml/2006/main" w="11906">
            <a:solidFill>
              <a:srgbClr val="BD9C47"/>
            </a:solidFill>
            <a:prstDash val="solid"/>
          </a:ln>
        </p:spPr>
      </p:sp>
      <p:sp>
        <p:nvSpPr>
          <p:cNvPr id="96" name="306-Nearest × 2">
            <a:extLst xmlns:a="http://schemas.openxmlformats.org/drawingml/2006/main">
              <a:ext uri="{FF2B5EF4-FFF2-40B4-BE49-F238E27FC236}">
                <a16:creationId xmlns:a16="http://schemas.microsoft.com/office/drawing/2014/main" id="{2327DE7C-AAC6-41BD-8316-04FB8C9B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81875" y="41719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Nearest × 2</a:t>
            </a:r>
          </a:p>
        </p:txBody>
      </p:sp>
      <p:sp>
        <p:nvSpPr>
          <p:cNvPr id="97" name="307-plane">
            <a:extLst xmlns:a="http://schemas.openxmlformats.org/drawingml/2006/main">
              <a:ext uri="{FF2B5EF4-FFF2-40B4-BE49-F238E27FC236}">
                <a16:creationId xmlns:a16="http://schemas.microsoft.com/office/drawing/2014/main" id="{C80BCB44-6F33-469E-A7C8-DB07A63D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619125" cy="762000"/>
          </a:xfrm>
          <a:custGeom xmlns:a="http://schemas.openxmlformats.org/drawingml/2006/main">
            <a:pathLst>
              <a:path w="619125" h="762000">
                <a:moveTo>
                  <a:pt x="0" y="152400"/>
                </a:moveTo>
                <a:lnTo>
                  <a:pt x="619125" y="0"/>
                </a:lnTo>
                <a:lnTo>
                  <a:pt x="619125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F8D887"/>
          </a:solidFill>
          <a:ln xmlns:a="http://schemas.openxmlformats.org/drawingml/2006/main" w="8573">
            <a:solidFill>
              <a:srgbClr val="BD9C47"/>
            </a:solidFill>
          </a:ln>
        </p:spPr>
      </p:sp>
      <p:sp>
        <p:nvSpPr>
          <p:cNvPr id="98" name="308-flow">
            <a:extLst xmlns:a="http://schemas.openxmlformats.org/drawingml/2006/main">
              <a:ext uri="{FF2B5EF4-FFF2-40B4-BE49-F238E27FC236}">
                <a16:creationId xmlns:a16="http://schemas.microsoft.com/office/drawing/2014/main" id="{A9D25269-7FCE-4676-B6A0-1A4084D5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38625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99" name="309-G">
            <a:extLst xmlns:a="http://schemas.openxmlformats.org/drawingml/2006/main">
              <a:ext uri="{FF2B5EF4-FFF2-40B4-BE49-F238E27FC236}">
                <a16:creationId xmlns:a16="http://schemas.microsoft.com/office/drawing/2014/main" id="{FBDEB302-7BD8-4BB1-A7EB-7978A9D6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66712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E07077"/>
                </a:solidFill>
                <a:latin typeface="Cambria Math"/>
                <a:ea typeface="Cambria Math"/>
                <a:cs typeface="Cambria Math"/>
              </a:rPr>
              <a:t>G</a:t>
            </a:r>
          </a:p>
        </p:txBody>
      </p:sp>
      <p:sp>
        <p:nvSpPr>
          <p:cNvPr id="100" name="310-1 × 2H × 2W">
            <a:extLst xmlns:a="http://schemas.openxmlformats.org/drawingml/2006/main">
              <a:ext uri="{FF2B5EF4-FFF2-40B4-BE49-F238E27FC236}">
                <a16:creationId xmlns:a16="http://schemas.microsoft.com/office/drawing/2014/main" id="{1E1A4CA5-CB2F-4E91-A516-5F37FF44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0" y="5010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1 × 2H × 2W</a:t>
            </a:r>
          </a:p>
        </p:txBody>
      </p:sp>
      <p:sp>
        <p:nvSpPr>
          <p:cNvPr id="101" name="311-region">
            <a:extLst xmlns:a="http://schemas.openxmlformats.org/drawingml/2006/main">
              <a:ext uri="{FF2B5EF4-FFF2-40B4-BE49-F238E27FC236}">
                <a16:creationId xmlns:a16="http://schemas.microsoft.com/office/drawing/2014/main" id="{DA7931C2-925B-4BCA-B96C-820253D7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952500" cy="52387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D887"/>
          </a:solidFill>
          <a:ln xmlns:a="http://schemas.openxmlformats.org/drawingml/2006/main" w="11906">
            <a:solidFill>
              <a:srgbClr val="BD9C47"/>
            </a:solidFill>
            <a:prstDash val="solid"/>
          </a:ln>
        </p:spPr>
      </p:sp>
      <p:sp>
        <p:nvSpPr>
          <p:cNvPr id="102" name="312-1 − G">
            <a:extLst xmlns:a="http://schemas.openxmlformats.org/drawingml/2006/main">
              <a:ext uri="{FF2B5EF4-FFF2-40B4-BE49-F238E27FC236}">
                <a16:creationId xmlns:a16="http://schemas.microsoft.com/office/drawing/2014/main" id="{5754D2D8-3D18-4CC0-B216-F272223D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6575" y="3352800"/>
            <a:ext cx="895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1 − G</a:t>
            </a:r>
          </a:p>
        </p:txBody>
      </p:sp>
      <p:sp>
        <p:nvSpPr>
          <p:cNvPr id="103" name="313-operator ⊙">
            <a:extLst xmlns:a="http://schemas.openxmlformats.org/drawingml/2006/main">
              <a:ext uri="{FF2B5EF4-FFF2-40B4-BE49-F238E27FC236}">
                <a16:creationId xmlns:a16="http://schemas.microsoft.com/office/drawing/2014/main" id="{ECAA42E9-7745-4663-9A49-6F4F13C7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33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9"/>
          </a:solidFill>
          <a:ln xmlns:a="http://schemas.openxmlformats.org/drawingml/2006/main" w="16193">
            <a:solidFill>
              <a:srgbClr val="489DBF"/>
            </a:solidFill>
          </a:ln>
        </p:spPr>
      </p:sp>
      <p:sp>
        <p:nvSpPr>
          <p:cNvPr id="104" name="314-⊙">
            <a:extLst xmlns:a="http://schemas.openxmlformats.org/drawingml/2006/main">
              <a:ext uri="{FF2B5EF4-FFF2-40B4-BE49-F238E27FC236}">
                <a16:creationId xmlns:a16="http://schemas.microsoft.com/office/drawing/2014/main" id="{203D986F-2336-4EF5-83EE-310EDC17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2333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89DBF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489DB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489DBF"/>
                </a:solidFill>
                <a:latin typeface="Cambria Math"/>
                <a:ea typeface="Cambria Math"/>
                <a:cs typeface="Cambria Math"/>
              </a:rPr>
              <a:t>⊙</a:t>
            </a:r>
          </a:p>
        </p:txBody>
      </p:sp>
      <p:sp>
        <p:nvSpPr>
          <p:cNvPr id="105" name="315-operator ⊙">
            <a:extLst xmlns:a="http://schemas.openxmlformats.org/drawingml/2006/main">
              <a:ext uri="{FF2B5EF4-FFF2-40B4-BE49-F238E27FC236}">
                <a16:creationId xmlns:a16="http://schemas.microsoft.com/office/drawing/2014/main" id="{0EF979A6-4004-4921-9953-DFD7CF76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43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9"/>
          </a:solidFill>
          <a:ln xmlns:a="http://schemas.openxmlformats.org/drawingml/2006/main" w="16193">
            <a:solidFill>
              <a:srgbClr val="BF6F8B"/>
            </a:solidFill>
          </a:ln>
        </p:spPr>
      </p:sp>
      <p:sp>
        <p:nvSpPr>
          <p:cNvPr id="106" name="316-⊙">
            <a:extLst xmlns:a="http://schemas.openxmlformats.org/drawingml/2006/main">
              <a:ext uri="{FF2B5EF4-FFF2-40B4-BE49-F238E27FC236}">
                <a16:creationId xmlns:a16="http://schemas.microsoft.com/office/drawing/2014/main" id="{7891E916-2786-41AE-8E04-67F7F332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6143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BF6F8B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BF6F8B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BF6F8B"/>
                </a:solidFill>
                <a:latin typeface="Cambria Math"/>
                <a:ea typeface="Cambria Math"/>
                <a:cs typeface="Cambria Math"/>
              </a:rPr>
              <a:t>⊙</a:t>
            </a:r>
          </a:p>
        </p:txBody>
      </p:sp>
      <p:sp>
        <p:nvSpPr>
          <p:cNvPr id="107" name="317-operator +">
            <a:extLst xmlns:a="http://schemas.openxmlformats.org/drawingml/2006/main">
              <a:ext uri="{FF2B5EF4-FFF2-40B4-BE49-F238E27FC236}">
                <a16:creationId xmlns:a16="http://schemas.microsoft.com/office/drawing/2014/main" id="{0A60D317-B2D3-4A27-8627-52F90D60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4238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BE9"/>
          </a:solidFill>
          <a:ln xmlns:a="http://schemas.openxmlformats.org/drawingml/2006/main" w="16193">
            <a:solidFill>
              <a:srgbClr val="759B4E"/>
            </a:solidFill>
          </a:ln>
        </p:spPr>
      </p:sp>
      <p:sp>
        <p:nvSpPr>
          <p:cNvPr id="108" name="318-+">
            <a:extLst xmlns:a="http://schemas.openxmlformats.org/drawingml/2006/main">
              <a:ext uri="{FF2B5EF4-FFF2-40B4-BE49-F238E27FC236}">
                <a16:creationId xmlns:a16="http://schemas.microsoft.com/office/drawing/2014/main" id="{5A1A3E43-BF72-49A2-BD2E-22F78D1C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11125" y="4238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759B4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759B4E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759B4E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109" name="319-plane">
            <a:extLst xmlns:a="http://schemas.openxmlformats.org/drawingml/2006/main">
              <a:ext uri="{FF2B5EF4-FFF2-40B4-BE49-F238E27FC236}">
                <a16:creationId xmlns:a16="http://schemas.microsoft.com/office/drawing/2014/main" id="{C4212675-F01D-43A0-8F57-60FF069F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3962400"/>
            <a:ext cx="476250" cy="762000"/>
          </a:xfrm>
          <a:custGeom xmlns:a="http://schemas.openxmlformats.org/drawingml/2006/main">
            <a:pathLst>
              <a:path w="476250" h="762000">
                <a:moveTo>
                  <a:pt x="0" y="152400"/>
                </a:moveTo>
                <a:lnTo>
                  <a:pt x="476250" y="0"/>
                </a:lnTo>
                <a:lnTo>
                  <a:pt x="476250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110" name="320-flow">
            <a:extLst xmlns:a="http://schemas.openxmlformats.org/drawingml/2006/main">
              <a:ext uri="{FF2B5EF4-FFF2-40B4-BE49-F238E27FC236}">
                <a16:creationId xmlns:a16="http://schemas.microsoft.com/office/drawing/2014/main" id="{06123094-9916-45E3-B557-86345F76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2275" y="4152900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11" name="321-plane">
            <a:extLst xmlns:a="http://schemas.openxmlformats.org/drawingml/2006/main">
              <a:ext uri="{FF2B5EF4-FFF2-40B4-BE49-F238E27FC236}">
                <a16:creationId xmlns:a16="http://schemas.microsoft.com/office/drawing/2014/main" id="{9A225905-D4FB-443C-AD3C-9E218E68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3990975"/>
            <a:ext cx="476250" cy="762000"/>
          </a:xfrm>
          <a:custGeom xmlns:a="http://schemas.openxmlformats.org/drawingml/2006/main">
            <a:pathLst>
              <a:path w="476250" h="762000">
                <a:moveTo>
                  <a:pt x="0" y="152400"/>
                </a:moveTo>
                <a:lnTo>
                  <a:pt x="476250" y="0"/>
                </a:lnTo>
                <a:lnTo>
                  <a:pt x="476250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112" name="322-flow">
            <a:extLst xmlns:a="http://schemas.openxmlformats.org/drawingml/2006/main">
              <a:ext uri="{FF2B5EF4-FFF2-40B4-BE49-F238E27FC236}">
                <a16:creationId xmlns:a16="http://schemas.microsoft.com/office/drawing/2014/main" id="{DF9CC506-847F-4310-8450-855006C5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25" y="4181475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13" name="323-plane">
            <a:extLst xmlns:a="http://schemas.openxmlformats.org/drawingml/2006/main">
              <a:ext uri="{FF2B5EF4-FFF2-40B4-BE49-F238E27FC236}">
                <a16:creationId xmlns:a16="http://schemas.microsoft.com/office/drawing/2014/main" id="{9F35D403-90EB-4884-9CA1-7776363C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4019550"/>
            <a:ext cx="476250" cy="762000"/>
          </a:xfrm>
          <a:custGeom xmlns:a="http://schemas.openxmlformats.org/drawingml/2006/main">
            <a:pathLst>
              <a:path w="476250" h="762000">
                <a:moveTo>
                  <a:pt x="0" y="152400"/>
                </a:moveTo>
                <a:lnTo>
                  <a:pt x="476250" y="0"/>
                </a:lnTo>
                <a:lnTo>
                  <a:pt x="476250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114" name="324-flow">
            <a:extLst xmlns:a="http://schemas.openxmlformats.org/drawingml/2006/main">
              <a:ext uri="{FF2B5EF4-FFF2-40B4-BE49-F238E27FC236}">
                <a16:creationId xmlns:a16="http://schemas.microsoft.com/office/drawing/2014/main" id="{C85521FB-96BF-4165-A5DD-8092D526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4210050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15" name="325-plane">
            <a:extLst xmlns:a="http://schemas.openxmlformats.org/drawingml/2006/main">
              <a:ext uri="{FF2B5EF4-FFF2-40B4-BE49-F238E27FC236}">
                <a16:creationId xmlns:a16="http://schemas.microsoft.com/office/drawing/2014/main" id="{DE805C3B-44AA-4F83-8568-DD17109E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048125"/>
            <a:ext cx="476250" cy="762000"/>
          </a:xfrm>
          <a:custGeom xmlns:a="http://schemas.openxmlformats.org/drawingml/2006/main">
            <a:pathLst>
              <a:path w="476250" h="762000">
                <a:moveTo>
                  <a:pt x="0" y="152400"/>
                </a:moveTo>
                <a:lnTo>
                  <a:pt x="476250" y="0"/>
                </a:lnTo>
                <a:lnTo>
                  <a:pt x="476250" y="6096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D8B4D9"/>
          </a:solidFill>
          <a:ln xmlns:a="http://schemas.openxmlformats.org/drawingml/2006/main" w="8573">
            <a:solidFill>
              <a:srgbClr val="98649D"/>
            </a:solidFill>
          </a:ln>
        </p:spPr>
      </p:sp>
      <p:sp>
        <p:nvSpPr>
          <p:cNvPr id="116" name="326-flow">
            <a:extLst xmlns:a="http://schemas.openxmlformats.org/drawingml/2006/main">
              <a:ext uri="{FF2B5EF4-FFF2-40B4-BE49-F238E27FC236}">
                <a16:creationId xmlns:a16="http://schemas.microsoft.com/office/drawing/2014/main" id="{7DAF620C-0743-4402-A2D7-A2E2C46C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825" y="4238625"/>
            <a:ext cx="9525" cy="533400"/>
          </a:xfrm>
          <a:custGeom xmlns:a="http://schemas.openxmlformats.org/drawingml/2006/main"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</a:ln>
        </p:spPr>
      </p:sp>
      <p:sp>
        <p:nvSpPr>
          <p:cNvPr id="117" name="327-Y">
            <a:extLst xmlns:a="http://schemas.openxmlformats.org/drawingml/2006/main">
              <a:ext uri="{FF2B5EF4-FFF2-40B4-BE49-F238E27FC236}">
                <a16:creationId xmlns:a16="http://schemas.microsoft.com/office/drawing/2014/main" id="{38667263-FC9A-48AB-A5E1-5632C64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4981575"/>
            <a:ext cx="71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118" name="328-C × 2H × 2W">
            <a:extLst xmlns:a="http://schemas.openxmlformats.org/drawingml/2006/main">
              <a:ext uri="{FF2B5EF4-FFF2-40B4-BE49-F238E27FC236}">
                <a16:creationId xmlns:a16="http://schemas.microsoft.com/office/drawing/2014/main" id="{50522E7F-F183-4821-AB82-E3E17F26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0" y="54292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C × 2H × 2W</a:t>
            </a:r>
          </a:p>
        </p:txBody>
      </p:sp>
      <p:sp>
        <p:nvSpPr>
          <p:cNvPr id="119" name="329-Shared across channels">
            <a:extLst xmlns:a="http://schemas.openxmlformats.org/drawingml/2006/main">
              <a:ext uri="{FF2B5EF4-FFF2-40B4-BE49-F238E27FC236}">
                <a16:creationId xmlns:a16="http://schemas.microsoft.com/office/drawing/2014/main" id="{FE48588D-F78B-4883-99C0-FFF433EC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8101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85C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585C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85C51"/>
                </a:solidFill>
                <a:latin typeface="Times New Roman"/>
                <a:ea typeface="Times New Roman"/>
                <a:cs typeface="Times New Roman"/>
              </a:rPr>
              <a:t>Shared across channels</a:t>
            </a:r>
          </a:p>
        </p:txBody>
      </p:sp>
      <p:sp>
        <p:nvSpPr>
          <p:cNvPr id="120" name="330-Y = (1 − G) ⊙ N + G ⊙ B">
            <a:extLst xmlns:a="http://schemas.openxmlformats.org/drawingml/2006/main">
              <a:ext uri="{FF2B5EF4-FFF2-40B4-BE49-F238E27FC236}">
                <a16:creationId xmlns:a16="http://schemas.microsoft.com/office/drawing/2014/main" id="{B9E1B781-FC62-4858-8E9D-63238776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7496175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252524"/>
                </a:solidFill>
                <a:latin typeface="Cambria Math"/>
                <a:ea typeface="Cambria Math"/>
                <a:cs typeface="Cambria Math"/>
              </a:rPr>
              <a:t>Y = (1 − G) ⊙ N + G ⊙ B</a:t>
            </a:r>
          </a:p>
        </p:txBody>
      </p:sp>
      <p:sp>
        <p:nvSpPr>
          <p:cNvPr id="121" name="331-Initial G = 0.05">
            <a:extLst xmlns:a="http://schemas.openxmlformats.org/drawingml/2006/main">
              <a:ext uri="{FF2B5EF4-FFF2-40B4-BE49-F238E27FC236}">
                <a16:creationId xmlns:a16="http://schemas.microsoft.com/office/drawing/2014/main" id="{EE469424-1618-458F-ACFB-7F6F642F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7524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Initial G = 0.05</a:t>
            </a:r>
          </a:p>
        </p:txBody>
      </p:sp>
      <p:sp>
        <p:nvSpPr>
          <p:cNvPr id="122" name="332-region">
            <a:extLst xmlns:a="http://schemas.openxmlformats.org/drawingml/2006/main">
              <a:ext uri="{FF2B5EF4-FFF2-40B4-BE49-F238E27FC236}">
                <a16:creationId xmlns:a16="http://schemas.microsoft.com/office/drawing/2014/main" id="{678EBCF0-16FC-4BB5-B570-3EE1A0E2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029575"/>
            <a:ext cx="14573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333-Bilinear: align_corners = False">
            <a:extLst xmlns:a="http://schemas.openxmlformats.org/drawingml/2006/main">
              <a:ext uri="{FF2B5EF4-FFF2-40B4-BE49-F238E27FC236}">
                <a16:creationId xmlns:a16="http://schemas.microsoft.com/office/drawing/2014/main" id="{AE08492E-1D14-4260-A35B-7A73960C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" y="806767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Bilinear: align_corners = False</a:t>
            </a:r>
          </a:p>
        </p:txBody>
      </p:sp>
      <p:sp>
        <p:nvSpPr>
          <p:cNvPr id="124" name="334-Gate: nearest replication">
            <a:extLst xmlns:a="http://schemas.openxmlformats.org/drawingml/2006/main">
              <a:ext uri="{FF2B5EF4-FFF2-40B4-BE49-F238E27FC236}">
                <a16:creationId xmlns:a16="http://schemas.microsoft.com/office/drawing/2014/main" id="{308BF2DB-F2AA-4144-B4A9-F14D0EF3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8067675"/>
            <a:ext cx="4191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Gate: nearest replication</a:t>
            </a:r>
          </a:p>
        </p:txBody>
      </p:sp>
      <p:sp>
        <p:nvSpPr>
          <p:cNvPr id="125" name="335-Output: fusion with lateral P4 / P3">
            <a:extLst xmlns:a="http://schemas.openxmlformats.org/drawingml/2006/main">
              <a:ext uri="{FF2B5EF4-FFF2-40B4-BE49-F238E27FC236}">
                <a16:creationId xmlns:a16="http://schemas.microsoft.com/office/drawing/2014/main" id="{15002BB7-B5A9-4124-90D2-62F98FD1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8067675"/>
            <a:ext cx="5143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52524"/>
                </a:solidFill>
                <a:latin typeface="Times New Roman"/>
                <a:ea typeface="Times New Roman"/>
                <a:cs typeface="Times New Roman"/>
              </a:rPr>
              <a:t>Output: fusion with lateral P4 / P3</a:t>
            </a:r>
          </a:p>
        </p:txBody>
      </p:sp>
    </p:spTree>
    <p:extLst>
      <p:ext uri="{BB962C8B-B14F-4D97-AF65-F5344CB8AC3E}">
        <p14:creationId xmlns:p14="http://schemas.microsoft.com/office/powerpoint/2010/main" val="1664061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2026-10-19T14:09:39.4530000Z</dcterms:created>
  <dcterms:modified xsi:type="dcterms:W3CDTF">2026-10-19T14:09:39.4530000Z</dcterms:modified>
</coreProperties>
</file>